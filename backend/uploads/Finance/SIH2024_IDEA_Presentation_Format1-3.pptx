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8_E9757385.xml" ContentType="application/vnd.ms-powerpoint.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 id="297"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1052D45-2816-5888-4924-C3DCB3275A7C}" name="Surendar G" initials="SG" userId="abaa3c03e1cd408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45224-0D7A-4570-8D73-B4DD177F7937}" v="41" dt="2024-08-24T09:56:54.6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380" y="5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ar G" userId="abaa3c03e1cd4085" providerId="LiveId" clId="{3CC45224-0D7A-4570-8D73-B4DD177F7937}"/>
    <pc:docChg chg="undo custSel modSld">
      <pc:chgData name="Surendar G" userId="abaa3c03e1cd4085" providerId="LiveId" clId="{3CC45224-0D7A-4570-8D73-B4DD177F7937}" dt="2024-08-24T10:03:27.421" v="2689" actId="12"/>
      <pc:docMkLst>
        <pc:docMk/>
      </pc:docMkLst>
      <pc:sldChg chg="addSp delSp modSp mod">
        <pc:chgData name="Surendar G" userId="abaa3c03e1cd4085" providerId="LiveId" clId="{3CC45224-0D7A-4570-8D73-B4DD177F7937}" dt="2024-08-24T07:32:08.547" v="1596" actId="1076"/>
        <pc:sldMkLst>
          <pc:docMk/>
          <pc:sldMk cId="0" sldId="290"/>
        </pc:sldMkLst>
        <pc:spChg chg="add del mod">
          <ac:chgData name="Surendar G" userId="abaa3c03e1cd4085" providerId="LiveId" clId="{3CC45224-0D7A-4570-8D73-B4DD177F7937}" dt="2024-08-24T05:35:51.828" v="11"/>
          <ac:spMkLst>
            <pc:docMk/>
            <pc:sldMk cId="0" sldId="290"/>
            <ac:spMk id="2" creationId="{C16947EF-D16D-A368-963D-CD62382EA9EF}"/>
          </ac:spMkLst>
        </pc:spChg>
        <pc:spChg chg="add del mod">
          <ac:chgData name="Surendar G" userId="abaa3c03e1cd4085" providerId="LiveId" clId="{3CC45224-0D7A-4570-8D73-B4DD177F7937}" dt="2024-08-24T05:50:07.808" v="463"/>
          <ac:spMkLst>
            <pc:docMk/>
            <pc:sldMk cId="0" sldId="290"/>
            <ac:spMk id="3" creationId="{3037958F-0F2C-41FE-E2E1-EBFBDAC209CE}"/>
          </ac:spMkLst>
        </pc:spChg>
        <pc:spChg chg="add del mod">
          <ac:chgData name="Surendar G" userId="abaa3c03e1cd4085" providerId="LiveId" clId="{3CC45224-0D7A-4570-8D73-B4DD177F7937}" dt="2024-08-24T06:24:48.509" v="637" actId="478"/>
          <ac:spMkLst>
            <pc:docMk/>
            <pc:sldMk cId="0" sldId="290"/>
            <ac:spMk id="4" creationId="{DC480208-E2BD-BEDF-0393-BE90535FBBC2}"/>
          </ac:spMkLst>
        </pc:spChg>
        <pc:spChg chg="add del mod">
          <ac:chgData name="Surendar G" userId="abaa3c03e1cd4085" providerId="LiveId" clId="{3CC45224-0D7A-4570-8D73-B4DD177F7937}" dt="2024-08-24T06:10:05.644" v="487"/>
          <ac:spMkLst>
            <pc:docMk/>
            <pc:sldMk cId="0" sldId="290"/>
            <ac:spMk id="5" creationId="{3AF44031-1BC7-40AE-7A0B-BC9805A9C879}"/>
          </ac:spMkLst>
        </pc:spChg>
        <pc:spChg chg="add mod">
          <ac:chgData name="Surendar G" userId="abaa3c03e1cd4085" providerId="LiveId" clId="{3CC45224-0D7A-4570-8D73-B4DD177F7937}" dt="2024-08-24T07:25:56.238" v="1445"/>
          <ac:spMkLst>
            <pc:docMk/>
            <pc:sldMk cId="0" sldId="290"/>
            <ac:spMk id="9" creationId="{38E81B85-3569-A6C2-B2FF-8A61D67A4900}"/>
          </ac:spMkLst>
        </pc:spChg>
        <pc:spChg chg="add del mod">
          <ac:chgData name="Surendar G" userId="abaa3c03e1cd4085" providerId="LiveId" clId="{3CC45224-0D7A-4570-8D73-B4DD177F7937}" dt="2024-08-24T06:23:17.363" v="597" actId="478"/>
          <ac:spMkLst>
            <pc:docMk/>
            <pc:sldMk cId="0" sldId="290"/>
            <ac:spMk id="14" creationId="{FD2A39B2-72DE-FC97-482B-21ECF66BF3DF}"/>
          </ac:spMkLst>
        </pc:spChg>
        <pc:spChg chg="add del mod">
          <ac:chgData name="Surendar G" userId="abaa3c03e1cd4085" providerId="LiveId" clId="{3CC45224-0D7A-4570-8D73-B4DD177F7937}" dt="2024-08-24T06:23:18.909" v="598" actId="478"/>
          <ac:spMkLst>
            <pc:docMk/>
            <pc:sldMk cId="0" sldId="290"/>
            <ac:spMk id="15" creationId="{3948966D-EEB2-AC4B-4F5A-1A3828779E86}"/>
          </ac:spMkLst>
        </pc:spChg>
        <pc:spChg chg="add del mod">
          <ac:chgData name="Surendar G" userId="abaa3c03e1cd4085" providerId="LiveId" clId="{3CC45224-0D7A-4570-8D73-B4DD177F7937}" dt="2024-08-24T06:23:20.840" v="599" actId="478"/>
          <ac:spMkLst>
            <pc:docMk/>
            <pc:sldMk cId="0" sldId="290"/>
            <ac:spMk id="16" creationId="{2B7056D7-CAA2-6EF9-0C1C-413720713B28}"/>
          </ac:spMkLst>
        </pc:spChg>
        <pc:spChg chg="add del mod">
          <ac:chgData name="Surendar G" userId="abaa3c03e1cd4085" providerId="LiveId" clId="{3CC45224-0D7A-4570-8D73-B4DD177F7937}" dt="2024-08-24T06:24:50.036" v="638" actId="478"/>
          <ac:spMkLst>
            <pc:docMk/>
            <pc:sldMk cId="0" sldId="290"/>
            <ac:spMk id="17" creationId="{7483226D-8268-C533-A0BC-F0631888C1B3}"/>
          </ac:spMkLst>
        </pc:spChg>
        <pc:spChg chg="add del mod">
          <ac:chgData name="Surendar G" userId="abaa3c03e1cd4085" providerId="LiveId" clId="{3CC45224-0D7A-4570-8D73-B4DD177F7937}" dt="2024-08-24T06:24:51.533" v="639" actId="478"/>
          <ac:spMkLst>
            <pc:docMk/>
            <pc:sldMk cId="0" sldId="290"/>
            <ac:spMk id="18" creationId="{0299C7B8-C0DE-EB40-574E-512A82DED496}"/>
          </ac:spMkLst>
        </pc:spChg>
        <pc:spChg chg="add del mod">
          <ac:chgData name="Surendar G" userId="abaa3c03e1cd4085" providerId="LiveId" clId="{3CC45224-0D7A-4570-8D73-B4DD177F7937}" dt="2024-08-24T06:25:43.888" v="661" actId="478"/>
          <ac:spMkLst>
            <pc:docMk/>
            <pc:sldMk cId="0" sldId="290"/>
            <ac:spMk id="19" creationId="{22268292-B710-3C3B-8008-B3B16DEC40C8}"/>
          </ac:spMkLst>
        </pc:spChg>
        <pc:spChg chg="add del mod">
          <ac:chgData name="Surendar G" userId="abaa3c03e1cd4085" providerId="LiveId" clId="{3CC45224-0D7A-4570-8D73-B4DD177F7937}" dt="2024-08-24T06:24:53.300" v="640" actId="478"/>
          <ac:spMkLst>
            <pc:docMk/>
            <pc:sldMk cId="0" sldId="290"/>
            <ac:spMk id="20" creationId="{626C5961-2D0D-193B-3DC8-B220AB371809}"/>
          </ac:spMkLst>
        </pc:spChg>
        <pc:spChg chg="add del mod">
          <ac:chgData name="Surendar G" userId="abaa3c03e1cd4085" providerId="LiveId" clId="{3CC45224-0D7A-4570-8D73-B4DD177F7937}" dt="2024-08-24T06:24:42.304" v="635" actId="478"/>
          <ac:spMkLst>
            <pc:docMk/>
            <pc:sldMk cId="0" sldId="290"/>
            <ac:spMk id="21" creationId="{D4EA388B-BA58-62B2-B7A4-3CED12107863}"/>
          </ac:spMkLst>
        </pc:spChg>
        <pc:spChg chg="add del mod">
          <ac:chgData name="Surendar G" userId="abaa3c03e1cd4085" providerId="LiveId" clId="{3CC45224-0D7A-4570-8D73-B4DD177F7937}" dt="2024-08-24T06:25:42.265" v="660" actId="478"/>
          <ac:spMkLst>
            <pc:docMk/>
            <pc:sldMk cId="0" sldId="290"/>
            <ac:spMk id="22" creationId="{47AC4073-4C87-6D88-ED48-B73DFC76715B}"/>
          </ac:spMkLst>
        </pc:spChg>
        <pc:spChg chg="add del mod">
          <ac:chgData name="Surendar G" userId="abaa3c03e1cd4085" providerId="LiveId" clId="{3CC45224-0D7A-4570-8D73-B4DD177F7937}" dt="2024-08-24T06:25:39.190" v="658" actId="478"/>
          <ac:spMkLst>
            <pc:docMk/>
            <pc:sldMk cId="0" sldId="290"/>
            <ac:spMk id="23" creationId="{8C7E125D-6982-2BD9-697B-E837DE3AED0B}"/>
          </ac:spMkLst>
        </pc:spChg>
        <pc:spChg chg="add del mod">
          <ac:chgData name="Surendar G" userId="abaa3c03e1cd4085" providerId="LiveId" clId="{3CC45224-0D7A-4570-8D73-B4DD177F7937}" dt="2024-08-24T07:28:57.477" v="1523" actId="478"/>
          <ac:spMkLst>
            <pc:docMk/>
            <pc:sldMk cId="0" sldId="290"/>
            <ac:spMk id="23" creationId="{EBF3E308-A547-A31A-ADF2-5FBC478AE666}"/>
          </ac:spMkLst>
        </pc:spChg>
        <pc:spChg chg="add del mod">
          <ac:chgData name="Surendar G" userId="abaa3c03e1cd4085" providerId="LiveId" clId="{3CC45224-0D7A-4570-8D73-B4DD177F7937}" dt="2024-08-24T06:25:40.752" v="659" actId="478"/>
          <ac:spMkLst>
            <pc:docMk/>
            <pc:sldMk cId="0" sldId="290"/>
            <ac:spMk id="24" creationId="{233FEA66-5075-0498-E534-1B28BAF1CDA0}"/>
          </ac:spMkLst>
        </pc:spChg>
        <pc:spChg chg="add mod">
          <ac:chgData name="Surendar G" userId="abaa3c03e1cd4085" providerId="LiveId" clId="{3CC45224-0D7A-4570-8D73-B4DD177F7937}" dt="2024-08-24T07:04:27.581" v="1205" actId="20577"/>
          <ac:spMkLst>
            <pc:docMk/>
            <pc:sldMk cId="0" sldId="290"/>
            <ac:spMk id="25" creationId="{AF02F40D-43A1-B6DB-991D-8A80EF858F8D}"/>
          </ac:spMkLst>
        </pc:spChg>
        <pc:spChg chg="add del mod">
          <ac:chgData name="Surendar G" userId="abaa3c03e1cd4085" providerId="LiveId" clId="{3CC45224-0D7A-4570-8D73-B4DD177F7937}" dt="2024-08-24T06:25:00.078" v="646" actId="478"/>
          <ac:spMkLst>
            <pc:docMk/>
            <pc:sldMk cId="0" sldId="290"/>
            <ac:spMk id="26" creationId="{4E1BC9B8-22F1-51CA-0484-4ABEFDA7C92E}"/>
          </ac:spMkLst>
        </pc:spChg>
        <pc:spChg chg="add del mod">
          <ac:chgData name="Surendar G" userId="abaa3c03e1cd4085" providerId="LiveId" clId="{3CC45224-0D7A-4570-8D73-B4DD177F7937}" dt="2024-08-24T06:26:22.731" v="678" actId="478"/>
          <ac:spMkLst>
            <pc:docMk/>
            <pc:sldMk cId="0" sldId="290"/>
            <ac:spMk id="27" creationId="{68BAB469-A0B1-65CA-5FD3-F8F7FEDA6DEF}"/>
          </ac:spMkLst>
        </pc:spChg>
        <pc:spChg chg="add del mod">
          <ac:chgData name="Surendar G" userId="abaa3c03e1cd4085" providerId="LiveId" clId="{3CC45224-0D7A-4570-8D73-B4DD177F7937}" dt="2024-08-24T06:26:24.502" v="679" actId="478"/>
          <ac:spMkLst>
            <pc:docMk/>
            <pc:sldMk cId="0" sldId="290"/>
            <ac:spMk id="28" creationId="{CC9F0896-0D12-E227-907D-2F87D49402D1}"/>
          </ac:spMkLst>
        </pc:spChg>
        <pc:spChg chg="add del mod">
          <ac:chgData name="Surendar G" userId="abaa3c03e1cd4085" providerId="LiveId" clId="{3CC45224-0D7A-4570-8D73-B4DD177F7937}" dt="2024-08-24T06:26:26.271" v="680" actId="478"/>
          <ac:spMkLst>
            <pc:docMk/>
            <pc:sldMk cId="0" sldId="290"/>
            <ac:spMk id="29" creationId="{5BAFE2E6-DDB9-3A61-4F45-C38E12F5719E}"/>
          </ac:spMkLst>
        </pc:spChg>
        <pc:spChg chg="add del mod">
          <ac:chgData name="Surendar G" userId="abaa3c03e1cd4085" providerId="LiveId" clId="{3CC45224-0D7A-4570-8D73-B4DD177F7937}" dt="2024-08-24T06:26:33.852" v="682" actId="478"/>
          <ac:spMkLst>
            <pc:docMk/>
            <pc:sldMk cId="0" sldId="290"/>
            <ac:spMk id="30" creationId="{4FC62479-C00F-A100-FB06-C28859C2CA46}"/>
          </ac:spMkLst>
        </pc:spChg>
        <pc:spChg chg="add mod">
          <ac:chgData name="Surendar G" userId="abaa3c03e1cd4085" providerId="LiveId" clId="{3CC45224-0D7A-4570-8D73-B4DD177F7937}" dt="2024-08-24T07:06:22.581" v="1217" actId="20577"/>
          <ac:spMkLst>
            <pc:docMk/>
            <pc:sldMk cId="0" sldId="290"/>
            <ac:spMk id="31" creationId="{D6EF2203-2BC2-DDB6-E336-382F0D38F235}"/>
          </ac:spMkLst>
        </pc:spChg>
        <pc:spChg chg="add mod">
          <ac:chgData name="Surendar G" userId="abaa3c03e1cd4085" providerId="LiveId" clId="{3CC45224-0D7A-4570-8D73-B4DD177F7937}" dt="2024-08-24T07:07:10.665" v="1259" actId="20577"/>
          <ac:spMkLst>
            <pc:docMk/>
            <pc:sldMk cId="0" sldId="290"/>
            <ac:spMk id="32" creationId="{26D1A15C-1546-9789-5B6E-A4C4DD1502FD}"/>
          </ac:spMkLst>
        </pc:spChg>
        <pc:spChg chg="add mod">
          <ac:chgData name="Surendar G" userId="abaa3c03e1cd4085" providerId="LiveId" clId="{3CC45224-0D7A-4570-8D73-B4DD177F7937}" dt="2024-08-24T07:03:55.550" v="1198" actId="14100"/>
          <ac:spMkLst>
            <pc:docMk/>
            <pc:sldMk cId="0" sldId="290"/>
            <ac:spMk id="33" creationId="{AA5A4D1F-F68F-D455-E5B1-F2C281EBFC47}"/>
          </ac:spMkLst>
        </pc:spChg>
        <pc:spChg chg="add mod">
          <ac:chgData name="Surendar G" userId="abaa3c03e1cd4085" providerId="LiveId" clId="{3CC45224-0D7A-4570-8D73-B4DD177F7937}" dt="2024-08-24T07:03:51.626" v="1197" actId="14100"/>
          <ac:spMkLst>
            <pc:docMk/>
            <pc:sldMk cId="0" sldId="290"/>
            <ac:spMk id="34" creationId="{455C09BA-E69F-4BB7-7446-6E72430D0D86}"/>
          </ac:spMkLst>
        </pc:spChg>
        <pc:spChg chg="add mod">
          <ac:chgData name="Surendar G" userId="abaa3c03e1cd4085" providerId="LiveId" clId="{3CC45224-0D7A-4570-8D73-B4DD177F7937}" dt="2024-08-24T07:27:52.119" v="1505" actId="1036"/>
          <ac:spMkLst>
            <pc:docMk/>
            <pc:sldMk cId="0" sldId="290"/>
            <ac:spMk id="35" creationId="{B065EC4C-69BB-E6C9-5622-E64394996DEA}"/>
          </ac:spMkLst>
        </pc:spChg>
        <pc:spChg chg="add mod">
          <ac:chgData name="Surendar G" userId="abaa3c03e1cd4085" providerId="LiveId" clId="{3CC45224-0D7A-4570-8D73-B4DD177F7937}" dt="2024-08-24T07:32:05.235" v="1595" actId="1076"/>
          <ac:spMkLst>
            <pc:docMk/>
            <pc:sldMk cId="0" sldId="290"/>
            <ac:spMk id="36" creationId="{4E1CB778-5E14-C146-DDA9-85554A1932FE}"/>
          </ac:spMkLst>
        </pc:spChg>
        <pc:spChg chg="add del mod">
          <ac:chgData name="Surendar G" userId="abaa3c03e1cd4085" providerId="LiveId" clId="{3CC45224-0D7A-4570-8D73-B4DD177F7937}" dt="2024-08-24T07:28:59.691" v="1524" actId="478"/>
          <ac:spMkLst>
            <pc:docMk/>
            <pc:sldMk cId="0" sldId="290"/>
            <ac:spMk id="37" creationId="{A482775D-C697-9A59-A922-44B2CD7CFBAF}"/>
          </ac:spMkLst>
        </pc:spChg>
        <pc:spChg chg="add mod">
          <ac:chgData name="Surendar G" userId="abaa3c03e1cd4085" providerId="LiveId" clId="{3CC45224-0D7A-4570-8D73-B4DD177F7937}" dt="2024-08-24T07:32:08.547" v="1596" actId="1076"/>
          <ac:spMkLst>
            <pc:docMk/>
            <pc:sldMk cId="0" sldId="290"/>
            <ac:spMk id="38" creationId="{14082FD5-C932-E0DE-ACC4-B358ACDD0552}"/>
          </ac:spMkLst>
        </pc:spChg>
        <pc:spChg chg="add mod">
          <ac:chgData name="Surendar G" userId="abaa3c03e1cd4085" providerId="LiveId" clId="{3CC45224-0D7A-4570-8D73-B4DD177F7937}" dt="2024-08-24T07:26:06.275" v="1447"/>
          <ac:spMkLst>
            <pc:docMk/>
            <pc:sldMk cId="0" sldId="290"/>
            <ac:spMk id="39" creationId="{6192FDE3-FBA5-6D39-2AD2-C0647C0CAD9E}"/>
          </ac:spMkLst>
        </pc:spChg>
        <pc:spChg chg="add mod">
          <ac:chgData name="Surendar G" userId="abaa3c03e1cd4085" providerId="LiveId" clId="{3CC45224-0D7A-4570-8D73-B4DD177F7937}" dt="2024-08-24T07:29:55.094" v="1546" actId="255"/>
          <ac:spMkLst>
            <pc:docMk/>
            <pc:sldMk cId="0" sldId="290"/>
            <ac:spMk id="43" creationId="{06BF6579-169B-0D39-2453-BAA2C6991252}"/>
          </ac:spMkLst>
        </pc:spChg>
        <pc:spChg chg="mod">
          <ac:chgData name="Surendar G" userId="abaa3c03e1cd4085" providerId="LiveId" clId="{3CC45224-0D7A-4570-8D73-B4DD177F7937}" dt="2024-08-24T05:18:46.417" v="0" actId="1076"/>
          <ac:spMkLst>
            <pc:docMk/>
            <pc:sldMk cId="0" sldId="290"/>
            <ac:spMk id="17409" creationId="{00000000-0000-0000-0000-000000000000}"/>
          </ac:spMkLst>
        </pc:spChg>
        <pc:spChg chg="mod">
          <ac:chgData name="Surendar G" userId="abaa3c03e1cd4085" providerId="LiveId" clId="{3CC45224-0D7A-4570-8D73-B4DD177F7937}" dt="2024-08-24T05:47:16.591" v="433"/>
          <ac:spMkLst>
            <pc:docMk/>
            <pc:sldMk cId="0" sldId="290"/>
            <ac:spMk id="17410" creationId="{00000000-0000-0000-0000-000000000000}"/>
          </ac:spMkLst>
        </pc:spChg>
        <pc:picChg chg="add del mod">
          <ac:chgData name="Surendar G" userId="abaa3c03e1cd4085" providerId="LiveId" clId="{3CC45224-0D7A-4570-8D73-B4DD177F7937}" dt="2024-08-24T07:12:41.065" v="1273" actId="478"/>
          <ac:picMkLst>
            <pc:docMk/>
            <pc:sldMk cId="0" sldId="290"/>
            <ac:picMk id="3" creationId="{3C37FD1A-A3A6-2762-2964-2882C8A926F2}"/>
          </ac:picMkLst>
        </pc:picChg>
        <pc:picChg chg="add del mod">
          <ac:chgData name="Surendar G" userId="abaa3c03e1cd4085" providerId="LiveId" clId="{3CC45224-0D7A-4570-8D73-B4DD177F7937}" dt="2024-08-24T07:18:32.515" v="1365" actId="1035"/>
          <ac:picMkLst>
            <pc:docMk/>
            <pc:sldMk cId="0" sldId="290"/>
            <ac:picMk id="5" creationId="{7C4CC337-D893-89D5-3FB8-0F2016451B94}"/>
          </ac:picMkLst>
        </pc:picChg>
        <pc:picChg chg="add mod">
          <ac:chgData name="Surendar G" userId="abaa3c03e1cd4085" providerId="LiveId" clId="{3CC45224-0D7A-4570-8D73-B4DD177F7937}" dt="2024-08-24T07:20:59.863" v="1432" actId="14100"/>
          <ac:picMkLst>
            <pc:docMk/>
            <pc:sldMk cId="0" sldId="290"/>
            <ac:picMk id="14" creationId="{29FB5899-E6E1-5382-6F92-1399F93C2B3A}"/>
          </ac:picMkLst>
        </pc:picChg>
        <pc:picChg chg="add mod">
          <ac:chgData name="Surendar G" userId="abaa3c03e1cd4085" providerId="LiveId" clId="{3CC45224-0D7A-4570-8D73-B4DD177F7937}" dt="2024-08-24T07:19:18.430" v="1422" actId="1076"/>
          <ac:picMkLst>
            <pc:docMk/>
            <pc:sldMk cId="0" sldId="290"/>
            <ac:picMk id="16" creationId="{D26B34D6-569A-0BA6-0A6B-766C527D6142}"/>
          </ac:picMkLst>
        </pc:picChg>
        <pc:picChg chg="add mod">
          <ac:chgData name="Surendar G" userId="abaa3c03e1cd4085" providerId="LiveId" clId="{3CC45224-0D7A-4570-8D73-B4DD177F7937}" dt="2024-08-24T07:21:14.688" v="1434" actId="14100"/>
          <ac:picMkLst>
            <pc:docMk/>
            <pc:sldMk cId="0" sldId="290"/>
            <ac:picMk id="18" creationId="{FCE38B2E-D07D-5B69-7021-23D4B9BBE2B2}"/>
          </ac:picMkLst>
        </pc:picChg>
        <pc:picChg chg="add del">
          <ac:chgData name="Surendar G" userId="abaa3c03e1cd4085" providerId="LiveId" clId="{3CC45224-0D7A-4570-8D73-B4DD177F7937}" dt="2024-08-24T07:25:50.327" v="1444" actId="22"/>
          <ac:picMkLst>
            <pc:docMk/>
            <pc:sldMk cId="0" sldId="290"/>
            <ac:picMk id="21" creationId="{163DA903-6216-A445-620B-690B62C8BA8A}"/>
          </ac:picMkLst>
        </pc:picChg>
        <pc:cxnChg chg="add mod">
          <ac:chgData name="Surendar G" userId="abaa3c03e1cd4085" providerId="LiveId" clId="{3CC45224-0D7A-4570-8D73-B4DD177F7937}" dt="2024-08-24T06:30:20.008" v="809" actId="208"/>
          <ac:cxnSpMkLst>
            <pc:docMk/>
            <pc:sldMk cId="0" sldId="290"/>
            <ac:cxnSpMk id="13" creationId="{EA69D59A-71A4-09EE-EDE7-0C8770D56128}"/>
          </ac:cxnSpMkLst>
        </pc:cxnChg>
        <pc:cxnChg chg="add mod">
          <ac:chgData name="Surendar G" userId="abaa3c03e1cd4085" providerId="LiveId" clId="{3CC45224-0D7A-4570-8D73-B4DD177F7937}" dt="2024-08-24T07:25:16.538" v="1442" actId="1037"/>
          <ac:cxnSpMkLst>
            <pc:docMk/>
            <pc:sldMk cId="0" sldId="290"/>
            <ac:cxnSpMk id="40" creationId="{E4060025-7D54-A286-5F97-F011DDBDD42E}"/>
          </ac:cxnSpMkLst>
        </pc:cxnChg>
        <pc:cxnChg chg="add mod">
          <ac:chgData name="Surendar G" userId="abaa3c03e1cd4085" providerId="LiveId" clId="{3CC45224-0D7A-4570-8D73-B4DD177F7937}" dt="2024-08-24T07:18:45.264" v="1415" actId="1035"/>
          <ac:cxnSpMkLst>
            <pc:docMk/>
            <pc:sldMk cId="0" sldId="290"/>
            <ac:cxnSpMk id="41" creationId="{CECC3F02-0B10-CEA5-2A99-600AF61B2EDC}"/>
          </ac:cxnSpMkLst>
        </pc:cxnChg>
        <pc:cxnChg chg="add mod">
          <ac:chgData name="Surendar G" userId="abaa3c03e1cd4085" providerId="LiveId" clId="{3CC45224-0D7A-4570-8D73-B4DD177F7937}" dt="2024-08-24T07:26:06.275" v="1447"/>
          <ac:cxnSpMkLst>
            <pc:docMk/>
            <pc:sldMk cId="0" sldId="290"/>
            <ac:cxnSpMk id="42" creationId="{4883ABC5-F817-9720-9B61-97AAF800A720}"/>
          </ac:cxnSpMkLst>
        </pc:cxnChg>
      </pc:sldChg>
      <pc:sldChg chg="modSp mod">
        <pc:chgData name="Surendar G" userId="abaa3c03e1cd4085" providerId="LiveId" clId="{3CC45224-0D7A-4570-8D73-B4DD177F7937}" dt="2024-08-24T08:58:55.417" v="2113" actId="20577"/>
        <pc:sldMkLst>
          <pc:docMk/>
          <pc:sldMk cId="3753387913" sldId="293"/>
        </pc:sldMkLst>
        <pc:spChg chg="mod">
          <ac:chgData name="Surendar G" userId="abaa3c03e1cd4085" providerId="LiveId" clId="{3CC45224-0D7A-4570-8D73-B4DD177F7937}" dt="2024-08-24T08:58:55.417" v="2113" actId="20577"/>
          <ac:spMkLst>
            <pc:docMk/>
            <pc:sldMk cId="3753387913" sldId="293"/>
            <ac:spMk id="17410" creationId="{00000000-0000-0000-0000-000000000000}"/>
          </ac:spMkLst>
        </pc:spChg>
      </pc:sldChg>
      <pc:sldChg chg="modSp mod">
        <pc:chgData name="Surendar G" userId="abaa3c03e1cd4085" providerId="LiveId" clId="{3CC45224-0D7A-4570-8D73-B4DD177F7937}" dt="2024-08-24T09:08:56.797" v="2235" actId="20577"/>
        <pc:sldMkLst>
          <pc:docMk/>
          <pc:sldMk cId="2997144140" sldId="294"/>
        </pc:sldMkLst>
        <pc:spChg chg="mod">
          <ac:chgData name="Surendar G" userId="abaa3c03e1cd4085" providerId="LiveId" clId="{3CC45224-0D7A-4570-8D73-B4DD177F7937}" dt="2024-08-24T09:08:56.797" v="2235" actId="20577"/>
          <ac:spMkLst>
            <pc:docMk/>
            <pc:sldMk cId="2997144140" sldId="294"/>
            <ac:spMk id="17410" creationId="{00000000-0000-0000-0000-000000000000}"/>
          </ac:spMkLst>
        </pc:spChg>
      </pc:sldChg>
      <pc:sldChg chg="addSp delSp modSp mod addCm delCm">
        <pc:chgData name="Surendar G" userId="abaa3c03e1cd4085" providerId="LiveId" clId="{3CC45224-0D7A-4570-8D73-B4DD177F7937}" dt="2024-08-24T10:03:27.421" v="2689" actId="12"/>
        <pc:sldMkLst>
          <pc:docMk/>
          <pc:sldMk cId="3916788613" sldId="296"/>
        </pc:sldMkLst>
        <pc:spChg chg="add mod">
          <ac:chgData name="Surendar G" userId="abaa3c03e1cd4085" providerId="LiveId" clId="{3CC45224-0D7A-4570-8D73-B4DD177F7937}" dt="2024-08-24T09:44:00.946" v="2385"/>
          <ac:spMkLst>
            <pc:docMk/>
            <pc:sldMk cId="3916788613" sldId="296"/>
            <ac:spMk id="2" creationId="{32E7B050-91CE-57A0-0F31-48ECF0EFA46C}"/>
          </ac:spMkLst>
        </pc:spChg>
        <pc:spChg chg="add del mod">
          <ac:chgData name="Surendar G" userId="abaa3c03e1cd4085" providerId="LiveId" clId="{3CC45224-0D7A-4570-8D73-B4DD177F7937}" dt="2024-08-24T09:45:07.515" v="2396" actId="767"/>
          <ac:spMkLst>
            <pc:docMk/>
            <pc:sldMk cId="3916788613" sldId="296"/>
            <ac:spMk id="3" creationId="{12741B4F-2ABF-E014-1E60-ACFD9B8AB911}"/>
          </ac:spMkLst>
        </pc:spChg>
        <pc:spChg chg="add del mod">
          <ac:chgData name="Surendar G" userId="abaa3c03e1cd4085" providerId="LiveId" clId="{3CC45224-0D7A-4570-8D73-B4DD177F7937}" dt="2024-08-24T09:50:54.645" v="2544" actId="478"/>
          <ac:spMkLst>
            <pc:docMk/>
            <pc:sldMk cId="3916788613" sldId="296"/>
            <ac:spMk id="4" creationId="{921D1618-1493-4991-D5D2-44379912CDB1}"/>
          </ac:spMkLst>
        </pc:spChg>
        <pc:spChg chg="add del mod">
          <ac:chgData name="Surendar G" userId="abaa3c03e1cd4085" providerId="LiveId" clId="{3CC45224-0D7A-4570-8D73-B4DD177F7937}" dt="2024-08-24T10:03:27.421" v="2689" actId="12"/>
          <ac:spMkLst>
            <pc:docMk/>
            <pc:sldMk cId="3916788613" sldId="296"/>
            <ac:spMk id="17410" creationId="{00000000-0000-0000-0000-000000000000}"/>
          </ac:spMkLst>
        </pc:spChg>
      </pc:sldChg>
    </pc:docChg>
  </pc:docChgLst>
</pc:chgInfo>
</file>

<file path=ppt/comments/modernComment_128_E9757385.xml><?xml version="1.0" encoding="utf-8"?>
<p188:cmLst xmlns:a="http://schemas.openxmlformats.org/drawingml/2006/main" xmlns:r="http://schemas.openxmlformats.org/officeDocument/2006/relationships" xmlns:p188="http://schemas.microsoft.com/office/powerpoint/2018/8/main">
  <p188:cm id="{547FADDF-B420-4953-881D-CA879FC44096}" authorId="{91052D45-2816-5888-4924-C3DCB3275A7C}" created="2024-08-24T09:43:00.874">
    <pc:sldMkLst xmlns:pc="http://schemas.microsoft.com/office/powerpoint/2013/main/command">
      <pc:docMk/>
      <pc:sldMk cId="3916788613" sldId="296"/>
    </pc:sldMkLst>
    <p188:txBody>
      <a:bodyPr/>
      <a:lstStyle/>
      <a:p>
        <a:r>
          <a:rPr lang="en-IN"/>
          <a:t>https://link.springer.com/chapter/10.1007/978-981-99-8661-3_31</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8/24/2024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8/24/2024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8/24/2024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8/24/2024</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28_E9757385.xml"/><Relationship Id="rId7" Type="http://schemas.openxmlformats.org/officeDocument/2006/relationships/hyperlink" Target="https://link.springer.com/chapter/10.1007/978-981-99-8661-3_3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doi.org/10.18421/tem94-06" TargetMode="External"/><Relationship Id="rId4" Type="http://schemas.openxmlformats.org/officeDocument/2006/relationships/hyperlink" Target="https://doi.org/10.17577/ijertv9is06019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2024</a:t>
            </a:r>
            <a:endParaRPr lang="en-IN" sz="4000" b="1" dirty="0">
              <a:solidFill>
                <a:schemeClr val="tx2"/>
              </a:solidFill>
              <a:latin typeface="Garamond" panose="02020404030301010803" pitchFamily="18" charset="0"/>
            </a:endParaRPr>
          </a:p>
        </p:txBody>
      </p:sp>
      <p:sp>
        <p:nvSpPr>
          <p:cNvPr id="10" name="TextBox 9"/>
          <p:cNvSpPr txBox="1"/>
          <p:nvPr/>
        </p:nvSpPr>
        <p:spPr>
          <a:xfrm>
            <a:off x="331285" y="2076450"/>
            <a:ext cx="11789295" cy="4686668"/>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–SIH1594</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Title-Student Innovation</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Theme-Transportation and Logistics</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Name-Park Lordz</a:t>
            </a:r>
            <a:endParaRPr lang="en-IN" sz="2400" b="1" dirty="0">
              <a:latin typeface="Arial" panose="020B0604020202020204" pitchFamily="34" charset="0"/>
              <a:cs typeface="Arial" panose="020B0604020202020204" pitchFamily="34" charset="0"/>
            </a:endParaRPr>
          </a:p>
        </p:txBody>
      </p:sp>
      <p:pic>
        <p:nvPicPr>
          <p:cNvPr id="13" name="Google Shape;93;p2"/>
          <p:cNvPicPr preferRelativeResize="0"/>
          <p:nvPr/>
        </p:nvPicPr>
        <p:blipFill rotWithShape="1">
          <a:blip r:embed="rId3">
            <a:alphaModFix/>
          </a:blip>
          <a:srcRect/>
          <a:stretch/>
        </p:blipFill>
        <p:spPr>
          <a:xfrm>
            <a:off x="9874006" y="0"/>
            <a:ext cx="2246575" cy="114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145024" y="-224867"/>
            <a:ext cx="9074148" cy="1471199"/>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ONLINE APPLICATION FOR PARKING SLOT REGISTRATION</a:t>
            </a:r>
          </a:p>
        </p:txBody>
      </p:sp>
      <p:sp>
        <p:nvSpPr>
          <p:cNvPr id="15362" name="TextBox 8"/>
          <p:cNvSpPr txBox="1">
            <a:spLocks noChangeArrowheads="1"/>
          </p:cNvSpPr>
          <p:nvPr/>
        </p:nvSpPr>
        <p:spPr bwMode="auto">
          <a:xfrm>
            <a:off x="-1" y="2064921"/>
            <a:ext cx="12191999" cy="3847207"/>
          </a:xfrm>
          <a:prstGeom prst="rect">
            <a:avLst/>
          </a:prstGeom>
          <a:noFill/>
          <a:ln w="9525">
            <a:noFill/>
            <a:miter lim="800000"/>
            <a:headEnd/>
            <a:tailEnd/>
          </a:ln>
        </p:spPr>
        <p:txBody>
          <a:bodyPr wrap="square">
            <a:spAutoFit/>
          </a:bodyPr>
          <a:lstStyle/>
          <a:p>
            <a:endParaRPr lang="en-US" sz="20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To develop an online application for parking slot registration</a:t>
            </a:r>
          </a:p>
          <a:p>
            <a:pPr marL="342900" indent="-342900" algn="just">
              <a:buFont typeface="Arial" panose="020B0604020202020204" pitchFamily="34" charset="0"/>
              <a:buChar char="•"/>
            </a:pPr>
            <a:endParaRPr lang="en-US" sz="2800" dirty="0">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To make parking more compatible by providing information about the parking slots availability</a:t>
            </a:r>
          </a:p>
          <a:p>
            <a:pPr marL="342900" indent="-342900" algn="just">
              <a:buFont typeface="Arial" panose="020B0604020202020204" pitchFamily="34" charset="0"/>
              <a:buChar char="•"/>
            </a:pPr>
            <a:endParaRPr lang="en-US" sz="2800" dirty="0">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Making our application more user friendly by adding the features like wake up call before 15 mins of booking time and providing slot’s live route in the tickets which will be in QR form</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2" name="Oval 1" descr="Your startup LOGO">
            <a:extLst>
              <a:ext uri="{FF2B5EF4-FFF2-40B4-BE49-F238E27FC236}">
                <a16:creationId xmlns:a16="http://schemas.microsoft.com/office/drawing/2014/main" id="{FD737E7C-6E0E-4B08-9E9D-6130C95211A6}"/>
              </a:ext>
              <a:ext uri="{C183D7F6-B498-43B3-948B-1728B52AA6E4}">
                <adec:decorative xmlns:adec="http://schemas.microsoft.com/office/drawing/2017/decorative" val="0"/>
              </a:ext>
            </a:extLst>
          </p:cNvPr>
          <p:cNvSpPr/>
          <p:nvPr/>
        </p:nvSpPr>
        <p:spPr>
          <a:xfrm>
            <a:off x="141514" y="1070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800" dirty="0">
                <a:latin typeface="Arial" panose="020B0604020202020204" pitchFamily="34" charset="0"/>
                <a:cs typeface="Arial" panose="020B0604020202020204" pitchFamily="34" charset="0"/>
              </a:rPr>
              <a:t>Park Lordz</a:t>
            </a:r>
            <a:endParaRPr lang="en-IN" dirty="0"/>
          </a:p>
        </p:txBody>
      </p:sp>
      <p:pic>
        <p:nvPicPr>
          <p:cNvPr id="8" name="Google Shape;93;p2"/>
          <p:cNvPicPr preferRelativeResize="0"/>
          <p:nvPr/>
        </p:nvPicPr>
        <p:blipFill rotWithShape="1">
          <a:blip r:embed="rId3">
            <a:alphaModFix/>
          </a:blip>
          <a:srcRect/>
          <a:stretch/>
        </p:blipFill>
        <p:spPr>
          <a:xfrm>
            <a:off x="9945424" y="26590"/>
            <a:ext cx="2246575" cy="1149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609600" y="-80282"/>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1224376"/>
            <a:ext cx="11268890" cy="1384995"/>
          </a:xfrm>
          <a:prstGeom prst="rect">
            <a:avLst/>
          </a:prstGeom>
          <a:noFill/>
          <a:ln w="9525">
            <a:noFill/>
            <a:miter lim="800000"/>
            <a:headEnd/>
            <a:tailEnd/>
          </a:ln>
        </p:spPr>
        <p:txBody>
          <a:bodyPr wrap="square">
            <a:spAutoFit/>
          </a:bodyPr>
          <a:lstStyle/>
          <a:p>
            <a:pPr marL="457200" indent="-457200" algn="just">
              <a:buFont typeface="Arial" panose="020B0604020202020204" pitchFamily="34" charset="0"/>
              <a:buChar char="•"/>
            </a:pPr>
            <a:r>
              <a:rPr lang="en-US" sz="2800" dirty="0">
                <a:latin typeface="Arial" pitchFamily="34" charset="0"/>
                <a:cs typeface="Arial" pitchFamily="34" charset="0"/>
              </a:rPr>
              <a:t>Programming Language – Dart ; Framework - Flutter</a:t>
            </a:r>
          </a:p>
          <a:p>
            <a:pPr marL="342900" indent="-342900" algn="just">
              <a:buFont typeface="Arial" panose="020B0604020202020204" pitchFamily="34" charset="0"/>
              <a:buChar char="•"/>
            </a:pPr>
            <a:r>
              <a:rPr lang="en-US" sz="2800" dirty="0">
                <a:latin typeface="Arial" pitchFamily="34" charset="0"/>
                <a:cs typeface="Arial" pitchFamily="34" charset="0"/>
              </a:rPr>
              <a:t> Methodology – It is working in the basis of TMS (Transcranial Magnetic Stimulation) </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
        <p:nvSpPr>
          <p:cNvPr id="9" name="TextBox 8">
            <a:extLst>
              <a:ext uri="{FF2B5EF4-FFF2-40B4-BE49-F238E27FC236}">
                <a16:creationId xmlns:a16="http://schemas.microsoft.com/office/drawing/2014/main" id="{38E81B85-3569-A6C2-B2FF-8A61D67A4900}"/>
              </a:ext>
            </a:extLst>
          </p:cNvPr>
          <p:cNvSpPr txBox="1"/>
          <p:nvPr/>
        </p:nvSpPr>
        <p:spPr>
          <a:xfrm>
            <a:off x="1103755" y="2478736"/>
            <a:ext cx="1761366" cy="523220"/>
          </a:xfrm>
          <a:prstGeom prst="rect">
            <a:avLst/>
          </a:prstGeom>
          <a:noFill/>
        </p:spPr>
        <p:txBody>
          <a:bodyPr wrap="square" rtlCol="0">
            <a:spAutoFit/>
          </a:bodyPr>
          <a:lstStyle/>
          <a:p>
            <a:r>
              <a:rPr lang="en-US" sz="2800" dirty="0"/>
              <a:t>Flow Chart</a:t>
            </a:r>
            <a:endParaRPr lang="en-IN" sz="2800" dirty="0"/>
          </a:p>
        </p:txBody>
      </p:sp>
      <p:sp>
        <p:nvSpPr>
          <p:cNvPr id="25" name="Oval 24">
            <a:extLst>
              <a:ext uri="{FF2B5EF4-FFF2-40B4-BE49-F238E27FC236}">
                <a16:creationId xmlns:a16="http://schemas.microsoft.com/office/drawing/2014/main" id="{AF02F40D-43A1-B6DB-991D-8A80EF858F8D}"/>
              </a:ext>
            </a:extLst>
          </p:cNvPr>
          <p:cNvSpPr/>
          <p:nvPr/>
        </p:nvSpPr>
        <p:spPr>
          <a:xfrm>
            <a:off x="609602" y="3169041"/>
            <a:ext cx="267789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Login </a:t>
            </a:r>
          </a:p>
          <a:p>
            <a:pPr algn="ctr"/>
            <a:r>
              <a:rPr lang="en-US" sz="1400" dirty="0">
                <a:solidFill>
                  <a:schemeClr val="tx1"/>
                </a:solidFill>
              </a:rPr>
              <a:t>&amp; verification</a:t>
            </a:r>
            <a:endParaRPr lang="en-IN" sz="1400" dirty="0">
              <a:solidFill>
                <a:schemeClr val="tx1"/>
              </a:solidFill>
            </a:endParaRPr>
          </a:p>
        </p:txBody>
      </p:sp>
      <p:sp>
        <p:nvSpPr>
          <p:cNvPr id="31" name="Oval 30">
            <a:extLst>
              <a:ext uri="{FF2B5EF4-FFF2-40B4-BE49-F238E27FC236}">
                <a16:creationId xmlns:a16="http://schemas.microsoft.com/office/drawing/2014/main" id="{D6EF2203-2BC2-DDB6-E336-382F0D38F235}"/>
              </a:ext>
            </a:extLst>
          </p:cNvPr>
          <p:cNvSpPr/>
          <p:nvPr/>
        </p:nvSpPr>
        <p:spPr>
          <a:xfrm>
            <a:off x="609602" y="5726276"/>
            <a:ext cx="2677887"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Confirmation tickets </a:t>
            </a:r>
            <a:endParaRPr lang="en-IN" sz="1400" dirty="0">
              <a:solidFill>
                <a:schemeClr val="tx1"/>
              </a:solidFill>
            </a:endParaRPr>
          </a:p>
        </p:txBody>
      </p:sp>
      <p:sp>
        <p:nvSpPr>
          <p:cNvPr id="32" name="Oval 31">
            <a:extLst>
              <a:ext uri="{FF2B5EF4-FFF2-40B4-BE49-F238E27FC236}">
                <a16:creationId xmlns:a16="http://schemas.microsoft.com/office/drawing/2014/main" id="{26D1A15C-1546-9789-5B6E-A4C4DD1502FD}"/>
              </a:ext>
            </a:extLst>
          </p:cNvPr>
          <p:cNvSpPr/>
          <p:nvPr/>
        </p:nvSpPr>
        <p:spPr>
          <a:xfrm>
            <a:off x="609600" y="5097932"/>
            <a:ext cx="269822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Vehicles details &amp; surveillance</a:t>
            </a:r>
            <a:endParaRPr lang="en-IN" sz="1400" dirty="0">
              <a:solidFill>
                <a:schemeClr val="tx1"/>
              </a:solidFill>
            </a:endParaRPr>
          </a:p>
        </p:txBody>
      </p:sp>
      <p:sp>
        <p:nvSpPr>
          <p:cNvPr id="33" name="Oval 32">
            <a:extLst>
              <a:ext uri="{FF2B5EF4-FFF2-40B4-BE49-F238E27FC236}">
                <a16:creationId xmlns:a16="http://schemas.microsoft.com/office/drawing/2014/main" id="{AA5A4D1F-F68F-D455-E5B1-F2C281EBFC47}"/>
              </a:ext>
            </a:extLst>
          </p:cNvPr>
          <p:cNvSpPr/>
          <p:nvPr/>
        </p:nvSpPr>
        <p:spPr>
          <a:xfrm>
            <a:off x="589276" y="3813772"/>
            <a:ext cx="269822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Search  availability &amp; status</a:t>
            </a:r>
            <a:endParaRPr lang="en-IN" sz="1400" dirty="0">
              <a:solidFill>
                <a:schemeClr val="tx1"/>
              </a:solidFill>
            </a:endParaRPr>
          </a:p>
        </p:txBody>
      </p:sp>
      <p:sp>
        <p:nvSpPr>
          <p:cNvPr id="34" name="Oval 33">
            <a:extLst>
              <a:ext uri="{FF2B5EF4-FFF2-40B4-BE49-F238E27FC236}">
                <a16:creationId xmlns:a16="http://schemas.microsoft.com/office/drawing/2014/main" id="{455C09BA-E69F-4BB7-7446-6E72430D0D86}"/>
              </a:ext>
            </a:extLst>
          </p:cNvPr>
          <p:cNvSpPr/>
          <p:nvPr/>
        </p:nvSpPr>
        <p:spPr>
          <a:xfrm>
            <a:off x="609601" y="4465383"/>
            <a:ext cx="2677896"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Prior arrangement  &amp; payment</a:t>
            </a:r>
            <a:endParaRPr lang="en-IN" sz="1400" dirty="0">
              <a:solidFill>
                <a:schemeClr val="tx1"/>
              </a:solidFill>
            </a:endParaRPr>
          </a:p>
        </p:txBody>
      </p:sp>
      <p:cxnSp>
        <p:nvCxnSpPr>
          <p:cNvPr id="13" name="Straight Connector 12">
            <a:extLst>
              <a:ext uri="{FF2B5EF4-FFF2-40B4-BE49-F238E27FC236}">
                <a16:creationId xmlns:a16="http://schemas.microsoft.com/office/drawing/2014/main" id="{EA69D59A-71A4-09EE-EDE7-0C8770D56128}"/>
              </a:ext>
            </a:extLst>
          </p:cNvPr>
          <p:cNvCxnSpPr>
            <a:cxnSpLocks/>
          </p:cNvCxnSpPr>
          <p:nvPr/>
        </p:nvCxnSpPr>
        <p:spPr>
          <a:xfrm>
            <a:off x="3370212" y="2609371"/>
            <a:ext cx="0" cy="3746982"/>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6192FDE3-FBA5-6D39-2AD2-C0647C0CAD9E}"/>
              </a:ext>
            </a:extLst>
          </p:cNvPr>
          <p:cNvSpPr txBox="1"/>
          <p:nvPr/>
        </p:nvSpPr>
        <p:spPr>
          <a:xfrm>
            <a:off x="4823769" y="2433151"/>
            <a:ext cx="1272230" cy="523220"/>
          </a:xfrm>
          <a:prstGeom prst="rect">
            <a:avLst/>
          </a:prstGeom>
          <a:noFill/>
        </p:spPr>
        <p:txBody>
          <a:bodyPr wrap="square" rtlCol="0">
            <a:spAutoFit/>
          </a:bodyPr>
          <a:lstStyle/>
          <a:p>
            <a:r>
              <a:rPr lang="en-US" sz="2800" dirty="0"/>
              <a:t>Images</a:t>
            </a:r>
            <a:endParaRPr lang="en-IN" sz="2800" dirty="0"/>
          </a:p>
        </p:txBody>
      </p:sp>
      <p:cxnSp>
        <p:nvCxnSpPr>
          <p:cNvPr id="40" name="Straight Connector 39">
            <a:extLst>
              <a:ext uri="{FF2B5EF4-FFF2-40B4-BE49-F238E27FC236}">
                <a16:creationId xmlns:a16="http://schemas.microsoft.com/office/drawing/2014/main" id="{E4060025-7D54-A286-5F97-F011DDBDD42E}"/>
              </a:ext>
            </a:extLst>
          </p:cNvPr>
          <p:cNvCxnSpPr>
            <a:cxnSpLocks/>
          </p:cNvCxnSpPr>
          <p:nvPr/>
        </p:nvCxnSpPr>
        <p:spPr>
          <a:xfrm>
            <a:off x="7728849" y="2609371"/>
            <a:ext cx="0" cy="3746982"/>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ECC3F02-0B10-CEA5-2A99-600AF61B2EDC}"/>
              </a:ext>
            </a:extLst>
          </p:cNvPr>
          <p:cNvCxnSpPr>
            <a:cxnSpLocks/>
          </p:cNvCxnSpPr>
          <p:nvPr/>
        </p:nvCxnSpPr>
        <p:spPr>
          <a:xfrm flipH="1">
            <a:off x="3718563" y="4646580"/>
            <a:ext cx="3640182"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883ABC5-F817-9720-9B61-97AAF800A720}"/>
              </a:ext>
            </a:extLst>
          </p:cNvPr>
          <p:cNvCxnSpPr>
            <a:cxnSpLocks/>
            <a:stCxn id="39" idx="2"/>
          </p:cNvCxnSpPr>
          <p:nvPr/>
        </p:nvCxnSpPr>
        <p:spPr>
          <a:xfrm>
            <a:off x="5459884" y="2956371"/>
            <a:ext cx="0" cy="3404195"/>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C4CC337-D893-89D5-3FB8-0F2016451B94}"/>
              </a:ext>
            </a:extLst>
          </p:cNvPr>
          <p:cNvPicPr>
            <a:picLocks noChangeAspect="1"/>
          </p:cNvPicPr>
          <p:nvPr/>
        </p:nvPicPr>
        <p:blipFill>
          <a:blip r:embed="rId4"/>
          <a:stretch>
            <a:fillRect/>
          </a:stretch>
        </p:blipFill>
        <p:spPr>
          <a:xfrm>
            <a:off x="3718558" y="2906356"/>
            <a:ext cx="1605059" cy="1677026"/>
          </a:xfrm>
          <a:prstGeom prst="rect">
            <a:avLst/>
          </a:prstGeom>
        </p:spPr>
      </p:pic>
      <p:pic>
        <p:nvPicPr>
          <p:cNvPr id="14" name="Picture 13">
            <a:extLst>
              <a:ext uri="{FF2B5EF4-FFF2-40B4-BE49-F238E27FC236}">
                <a16:creationId xmlns:a16="http://schemas.microsoft.com/office/drawing/2014/main" id="{29FB5899-E6E1-5382-6F92-1399F93C2B3A}"/>
              </a:ext>
            </a:extLst>
          </p:cNvPr>
          <p:cNvPicPr>
            <a:picLocks noChangeAspect="1"/>
          </p:cNvPicPr>
          <p:nvPr/>
        </p:nvPicPr>
        <p:blipFill>
          <a:blip r:embed="rId5"/>
          <a:stretch>
            <a:fillRect/>
          </a:stretch>
        </p:blipFill>
        <p:spPr>
          <a:xfrm>
            <a:off x="5630988" y="2921548"/>
            <a:ext cx="1753219" cy="1677026"/>
          </a:xfrm>
          <a:prstGeom prst="rect">
            <a:avLst/>
          </a:prstGeom>
        </p:spPr>
      </p:pic>
      <p:pic>
        <p:nvPicPr>
          <p:cNvPr id="16" name="Picture 15">
            <a:extLst>
              <a:ext uri="{FF2B5EF4-FFF2-40B4-BE49-F238E27FC236}">
                <a16:creationId xmlns:a16="http://schemas.microsoft.com/office/drawing/2014/main" id="{D26B34D6-569A-0BA6-0A6B-766C527D6142}"/>
              </a:ext>
            </a:extLst>
          </p:cNvPr>
          <p:cNvPicPr>
            <a:picLocks noChangeAspect="1"/>
          </p:cNvPicPr>
          <p:nvPr/>
        </p:nvPicPr>
        <p:blipFill>
          <a:blip r:embed="rId6"/>
          <a:stretch>
            <a:fillRect/>
          </a:stretch>
        </p:blipFill>
        <p:spPr>
          <a:xfrm>
            <a:off x="3722090" y="4757562"/>
            <a:ext cx="1630068" cy="1577818"/>
          </a:xfrm>
          <a:prstGeom prst="rect">
            <a:avLst/>
          </a:prstGeom>
        </p:spPr>
      </p:pic>
      <p:pic>
        <p:nvPicPr>
          <p:cNvPr id="18" name="Picture 17">
            <a:extLst>
              <a:ext uri="{FF2B5EF4-FFF2-40B4-BE49-F238E27FC236}">
                <a16:creationId xmlns:a16="http://schemas.microsoft.com/office/drawing/2014/main" id="{FCE38B2E-D07D-5B69-7021-23D4B9BBE2B2}"/>
              </a:ext>
            </a:extLst>
          </p:cNvPr>
          <p:cNvPicPr>
            <a:picLocks noChangeAspect="1"/>
          </p:cNvPicPr>
          <p:nvPr/>
        </p:nvPicPr>
        <p:blipFill>
          <a:blip r:embed="rId7"/>
          <a:stretch>
            <a:fillRect/>
          </a:stretch>
        </p:blipFill>
        <p:spPr>
          <a:xfrm>
            <a:off x="5596152" y="4727751"/>
            <a:ext cx="1788055" cy="1607629"/>
          </a:xfrm>
          <a:prstGeom prst="rect">
            <a:avLst/>
          </a:prstGeom>
        </p:spPr>
      </p:pic>
      <p:sp>
        <p:nvSpPr>
          <p:cNvPr id="35" name="TextBox 34">
            <a:extLst>
              <a:ext uri="{FF2B5EF4-FFF2-40B4-BE49-F238E27FC236}">
                <a16:creationId xmlns:a16="http://schemas.microsoft.com/office/drawing/2014/main" id="{B065EC4C-69BB-E6C9-5622-E64394996DEA}"/>
              </a:ext>
            </a:extLst>
          </p:cNvPr>
          <p:cNvSpPr txBox="1"/>
          <p:nvPr/>
        </p:nvSpPr>
        <p:spPr>
          <a:xfrm>
            <a:off x="8644516" y="2501536"/>
            <a:ext cx="3048385" cy="523220"/>
          </a:xfrm>
          <a:prstGeom prst="rect">
            <a:avLst/>
          </a:prstGeom>
          <a:noFill/>
        </p:spPr>
        <p:txBody>
          <a:bodyPr wrap="square">
            <a:spAutoFit/>
          </a:bodyPr>
          <a:lstStyle/>
          <a:p>
            <a:r>
              <a:rPr lang="en-US" sz="2800" dirty="0"/>
              <a:t>Working  Prototype</a:t>
            </a:r>
            <a:endParaRPr lang="en-IN" sz="2800" dirty="0"/>
          </a:p>
        </p:txBody>
      </p:sp>
      <p:sp>
        <p:nvSpPr>
          <p:cNvPr id="36" name="Rectangle 35">
            <a:extLst>
              <a:ext uri="{FF2B5EF4-FFF2-40B4-BE49-F238E27FC236}">
                <a16:creationId xmlns:a16="http://schemas.microsoft.com/office/drawing/2014/main" id="{4E1CB778-5E14-C146-DDA9-85554A1932FE}"/>
              </a:ext>
            </a:extLst>
          </p:cNvPr>
          <p:cNvSpPr/>
          <p:nvPr/>
        </p:nvSpPr>
        <p:spPr>
          <a:xfrm>
            <a:off x="8781515" y="4255049"/>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Booking </a:t>
            </a:r>
            <a:endParaRPr lang="en-IN" sz="2400" dirty="0">
              <a:solidFill>
                <a:schemeClr val="tx1"/>
              </a:solidFill>
            </a:endParaRPr>
          </a:p>
        </p:txBody>
      </p:sp>
      <p:sp>
        <p:nvSpPr>
          <p:cNvPr id="38" name="Rectangle 37">
            <a:extLst>
              <a:ext uri="{FF2B5EF4-FFF2-40B4-BE49-F238E27FC236}">
                <a16:creationId xmlns:a16="http://schemas.microsoft.com/office/drawing/2014/main" id="{14082FD5-C932-E0DE-ACC4-B358ACDD0552}"/>
              </a:ext>
            </a:extLst>
          </p:cNvPr>
          <p:cNvSpPr/>
          <p:nvPr/>
        </p:nvSpPr>
        <p:spPr>
          <a:xfrm>
            <a:off x="8781514" y="5361425"/>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Confirmation</a:t>
            </a:r>
            <a:endParaRPr lang="en-IN" sz="2400" dirty="0">
              <a:solidFill>
                <a:schemeClr val="tx1"/>
              </a:solidFill>
            </a:endParaRPr>
          </a:p>
        </p:txBody>
      </p:sp>
      <p:sp>
        <p:nvSpPr>
          <p:cNvPr id="43" name="Rectangle 42">
            <a:extLst>
              <a:ext uri="{FF2B5EF4-FFF2-40B4-BE49-F238E27FC236}">
                <a16:creationId xmlns:a16="http://schemas.microsoft.com/office/drawing/2014/main" id="{06BF6579-169B-0D39-2453-BAA2C6991252}"/>
              </a:ext>
            </a:extLst>
          </p:cNvPr>
          <p:cNvSpPr/>
          <p:nvPr/>
        </p:nvSpPr>
        <p:spPr>
          <a:xfrm>
            <a:off x="8781516" y="3147062"/>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Verification</a:t>
            </a:r>
            <a:endParaRPr lang="en-IN" sz="2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1465824"/>
            <a:ext cx="9385300" cy="3970318"/>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Live surveillance of the parking vehicles through man power and Cloud storage of the users for enabling cookies and bookings history</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The challenge of implementing surveillance system and cloud may result in the additional cost efficient </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sz="2800" dirty="0">
              <a:solidFill>
                <a:prstClr val="black"/>
              </a:solidFill>
              <a:latin typeface="Arial" pitchFamily="34" charset="0"/>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These can be rectified by made the subscription system and cost can be collected as monthly or yearly basis </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881A248B-B7B3-4BA2-A166-FAE5E20BF81B}"/>
              </a:ext>
              <a:ext uri="{C183D7F6-B498-43B3-948B-1728B52AA6E4}">
                <adec:decorative xmlns:adec="http://schemas.microsoft.com/office/drawing/2017/decorative" val="0"/>
              </a:ext>
            </a:extLst>
          </p:cNvPr>
          <p:cNvSpPr/>
          <p:nvPr/>
        </p:nvSpPr>
        <p:spPr>
          <a:xfrm>
            <a:off x="222196" y="187748"/>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 on the target audience</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Benefits of the solution (social, economic, environmental, etc.)</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39FAE393-4007-4055-AB9B-4973C11E1794}"/>
              </a:ext>
              <a:ext uri="{C183D7F6-B498-43B3-948B-1728B52AA6E4}">
                <adec:decorative xmlns:adec="http://schemas.microsoft.com/office/drawing/2017/decorative" val="0"/>
              </a:ext>
            </a:extLst>
          </p:cNvPr>
          <p:cNvSpPr/>
          <p:nvPr/>
        </p:nvSpPr>
        <p:spPr>
          <a:xfrm>
            <a:off x="293914" y="2594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1402466"/>
            <a:ext cx="11440886" cy="4462760"/>
          </a:xfrm>
          <a:prstGeom prst="rect">
            <a:avLst/>
          </a:prstGeom>
          <a:noFill/>
          <a:ln w="9525">
            <a:noFill/>
            <a:miter lim="800000"/>
            <a:headEnd/>
            <a:tailEnd/>
          </a:ln>
        </p:spPr>
        <p:txBody>
          <a:bodyPr wrap="square">
            <a:spAutoFit/>
          </a:bodyPr>
          <a:lstStyle/>
          <a:p>
            <a:pPr marL="457200" indent="-457200" algn="just">
              <a:buFont typeface="Arial" panose="020B0604020202020204" pitchFamily="34" charset="0"/>
              <a:buChar char="•"/>
              <a:defRPr/>
            </a:pPr>
            <a:r>
              <a:rPr lang="en-US" sz="2800" i="0" dirty="0">
                <a:solidFill>
                  <a:srgbClr val="000000"/>
                </a:solidFill>
                <a:effectLst/>
                <a:latin typeface="Arial" panose="020B0604020202020204" pitchFamily="34" charset="0"/>
              </a:rPr>
              <a:t>Automatic Car Parking System using PLC</a:t>
            </a:r>
          </a:p>
          <a:p>
            <a:pPr algn="just">
              <a:defRPr/>
            </a:pPr>
            <a:r>
              <a:rPr lang="en-US" sz="2400" i="0" dirty="0">
                <a:solidFill>
                  <a:srgbClr val="000000"/>
                </a:solidFill>
                <a:effectLst/>
                <a:latin typeface="Arial" panose="020B0604020202020204" pitchFamily="34" charset="0"/>
              </a:rPr>
              <a:t>This system will show the driver exact place to park his/her vehicle at the entry point of parking in the screen outside of the parking .</a:t>
            </a:r>
            <a:r>
              <a:rPr lang="en-US" sz="2400" b="0" i="0" dirty="0">
                <a:solidFill>
                  <a:srgbClr val="000000"/>
                </a:solidFill>
                <a:effectLst/>
                <a:latin typeface="Arial" panose="020B0604020202020204" pitchFamily="34" charset="0"/>
              </a:rPr>
              <a:t>This project is based on INDUSTRIAL AUTOMATION TECHNOLOGY.</a:t>
            </a:r>
            <a:endParaRPr lang="en-US" sz="2400" b="0" i="0" baseline="-25000" dirty="0">
              <a:solidFill>
                <a:srgbClr val="222222"/>
              </a:solidFill>
              <a:effectLst/>
              <a:latin typeface="Merriweather" panose="00000500000000000000" pitchFamily="2" charset="0"/>
            </a:endParaRPr>
          </a:p>
          <a:p>
            <a:pPr marR="0" lvl="0" algn="just" defTabSz="457200" rtl="0" eaLnBrk="1" fontAlgn="base" latinLnBrk="0" hangingPunct="1">
              <a:lnSpc>
                <a:spcPct val="100000"/>
              </a:lnSpc>
              <a:spcBef>
                <a:spcPct val="0"/>
              </a:spcBef>
              <a:spcAft>
                <a:spcPct val="0"/>
              </a:spcAft>
              <a:buClrTx/>
              <a:buSzTx/>
              <a:tabLst/>
              <a:defRPr/>
            </a:pPr>
            <a:r>
              <a:rPr lang="en-US" sz="2800" b="0" i="0" baseline="-25000" dirty="0">
                <a:solidFill>
                  <a:srgbClr val="025E8D"/>
                </a:solidFill>
                <a:effectLst/>
                <a:latin typeface="Merriweather" panose="00000500000000000000" pitchFamily="2" charset="0"/>
                <a:hlinkClick r:id="rId4"/>
              </a:rPr>
              <a:t>https://doi.org/10.17577/ijertv9is060193</a:t>
            </a:r>
            <a:endParaRPr lang="en-US" sz="2800" b="0" i="0" baseline="-25000" dirty="0">
              <a:solidFill>
                <a:srgbClr val="025E8D"/>
              </a:solidFill>
              <a:effectLst/>
              <a:latin typeface="Merriweather" panose="00000500000000000000" pitchFamily="2" charset="0"/>
            </a:endParaRPr>
          </a:p>
          <a:p>
            <a:pPr marR="0" lvl="0" algn="just" defTabSz="457200" rtl="0" eaLnBrk="1" fontAlgn="base" latinLnBrk="0" hangingPunct="1">
              <a:lnSpc>
                <a:spcPct val="100000"/>
              </a:lnSpc>
              <a:spcBef>
                <a:spcPct val="0"/>
              </a:spcBef>
              <a:spcAft>
                <a:spcPct val="0"/>
              </a:spcAft>
              <a:buClrTx/>
              <a:buSzTx/>
              <a:tabLst/>
              <a:defRPr/>
            </a:pPr>
            <a:endParaRPr lang="en-US" sz="2800" b="0" i="0" baseline="-25000" dirty="0">
              <a:solidFill>
                <a:srgbClr val="025E8D"/>
              </a:solidFill>
              <a:effectLst/>
              <a:latin typeface="Merriweather" panose="00000500000000000000" pitchFamily="2" charset="0"/>
            </a:endParaRPr>
          </a:p>
          <a:p>
            <a:pPr marL="457200" marR="0" lvl="0" indent="-4572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i="0" dirty="0">
                <a:solidFill>
                  <a:srgbClr val="000000"/>
                </a:solidFill>
                <a:effectLst/>
                <a:latin typeface="Trebuchet MS" panose="020B0603020202020204" pitchFamily="34" charset="0"/>
              </a:rPr>
              <a:t>Design and Implementation of an Android Smart Parking Mobile Application</a:t>
            </a:r>
          </a:p>
          <a:p>
            <a:pPr marR="0" lvl="0" algn="just" defTabSz="457200" rtl="0" eaLnBrk="1" fontAlgn="base" latinLnBrk="0" hangingPunct="1">
              <a:lnSpc>
                <a:spcPct val="100000"/>
              </a:lnSpc>
              <a:spcBef>
                <a:spcPct val="0"/>
              </a:spcBef>
              <a:spcAft>
                <a:spcPct val="0"/>
              </a:spcAft>
              <a:buClrTx/>
              <a:buSzTx/>
              <a:tabLst/>
              <a:defRPr/>
            </a:pPr>
            <a:r>
              <a:rPr lang="en-US" sz="2400" i="0" dirty="0">
                <a:solidFill>
                  <a:srgbClr val="000000"/>
                </a:solidFill>
                <a:effectLst/>
                <a:latin typeface="Trebuchet MS" panose="020B0603020202020204" pitchFamily="34" charset="0"/>
              </a:rPr>
              <a:t>Smart parking is an important sector of smart city technologies .</a:t>
            </a:r>
            <a:r>
              <a:rPr lang="en-US" sz="2400" b="1" i="0" dirty="0">
                <a:solidFill>
                  <a:srgbClr val="000000"/>
                </a:solidFill>
                <a:effectLst/>
                <a:latin typeface="Trebuchet MS" panose="020B0603020202020204" pitchFamily="34" charset="0"/>
              </a:rPr>
              <a:t> </a:t>
            </a:r>
            <a:r>
              <a:rPr lang="en-US" sz="2400" i="0" dirty="0">
                <a:solidFill>
                  <a:srgbClr val="000000"/>
                </a:solidFill>
                <a:effectLst/>
                <a:latin typeface="Trebuchet MS" panose="020B0603020202020204" pitchFamily="34" charset="0"/>
              </a:rPr>
              <a:t>The efficient management of the available parking spaces is demonstrated and can be extended to cover other areas and venues.</a:t>
            </a:r>
          </a:p>
          <a:p>
            <a:pPr marR="0" lvl="0" algn="just" defTabSz="457200" rtl="0" eaLnBrk="1" fontAlgn="base" latinLnBrk="0" hangingPunct="1">
              <a:lnSpc>
                <a:spcPct val="100000"/>
              </a:lnSpc>
              <a:spcBef>
                <a:spcPct val="0"/>
              </a:spcBef>
              <a:spcAft>
                <a:spcPct val="0"/>
              </a:spcAft>
              <a:buClrTx/>
              <a:buSzTx/>
              <a:tabLst/>
              <a:defRPr/>
            </a:pPr>
            <a:r>
              <a:rPr lang="en-IN" sz="2800" b="0" i="0" baseline="-25000" dirty="0">
                <a:solidFill>
                  <a:srgbClr val="01324B"/>
                </a:solidFill>
                <a:effectLst/>
                <a:latin typeface="Merriweather" panose="00000500000000000000" pitchFamily="2" charset="0"/>
                <a:hlinkClick r:id="rId5"/>
              </a:rPr>
              <a:t>https://doi.org/10.18421/tem94-06</a:t>
            </a:r>
            <a:endParaRPr kumimoji="0" lang="en-US" sz="2800" i="0" u="none" strike="noStrike" kern="1200" cap="none" spc="0" normalizeH="0" baseline="-2500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6">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7122456D-0AB0-4DA2-9020-387E1666931A}"/>
              </a:ext>
              <a:ext uri="{C183D7F6-B498-43B3-948B-1728B52AA6E4}">
                <adec:decorative xmlns:adec="http://schemas.microsoft.com/office/drawing/2017/decorative" val="0"/>
              </a:ext>
            </a:extLst>
          </p:cNvPr>
          <p:cNvSpPr/>
          <p:nvPr/>
        </p:nvSpPr>
        <p:spPr>
          <a:xfrm>
            <a:off x="293914" y="2594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
        <p:nvSpPr>
          <p:cNvPr id="2" name="TextBox 1">
            <a:hlinkClick r:id="rId7"/>
            <a:extLst>
              <a:ext uri="{FF2B5EF4-FFF2-40B4-BE49-F238E27FC236}">
                <a16:creationId xmlns:a16="http://schemas.microsoft.com/office/drawing/2014/main" id="{32E7B050-91CE-57A0-0F31-48ECF0EFA46C}"/>
              </a:ext>
            </a:extLst>
          </p:cNvPr>
          <p:cNvSpPr txBox="1"/>
          <p:nvPr/>
        </p:nvSpPr>
        <p:spPr>
          <a:xfrm>
            <a:off x="4920343" y="2333897"/>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91678861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7734</TotalTime>
  <Words>514</Words>
  <Application>Microsoft Office PowerPoint</Application>
  <PresentationFormat>Widescreen</PresentationFormat>
  <Paragraphs>86</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Garamond</vt:lpstr>
      <vt:lpstr>Merriweather</vt:lpstr>
      <vt:lpstr>Times New Roman</vt:lpstr>
      <vt:lpstr>TradeGothic</vt:lpstr>
      <vt:lpstr>Trebuchet MS</vt:lpstr>
      <vt:lpstr>Office Theme</vt:lpstr>
      <vt:lpstr>SMART INDIA HACKATHON 2024</vt:lpstr>
      <vt:lpstr> ONLINE APPLICATION FOR PARKING SLOT REGISTRATION</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Surendar G</cp:lastModifiedBy>
  <cp:revision>146</cp:revision>
  <dcterms:created xsi:type="dcterms:W3CDTF">2013-12-12T18:46:50Z</dcterms:created>
  <dcterms:modified xsi:type="dcterms:W3CDTF">2024-08-24T10:03:33Z</dcterms:modified>
  <cp:category/>
</cp:coreProperties>
</file>