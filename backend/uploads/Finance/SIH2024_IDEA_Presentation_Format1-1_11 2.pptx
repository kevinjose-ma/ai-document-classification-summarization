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3" r:id="rId4"/>
  </p:sldMasterIdLst>
  <p:notesMasterIdLst>
    <p:notesMasterId r:id="rId5"/>
  </p:notesMasterIdLst>
  <p:sldIdLst>
    <p:sldId id="256" r:id="rId6"/>
    <p:sldId id="257" r:id="rId7"/>
    <p:sldId id="258" r:id="rId8"/>
    <p:sldId id="259" r:id="rId9"/>
    <p:sldId id="260" r:id="rId10"/>
    <p:sldId id="261" r:id="rId11"/>
  </p:sldIdLst>
  <p:sldSz cy="6858000" cx="12192000"/>
  <p:notesSz cx="12192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1: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1: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7:notes"/>
          <p:cNvSpPr txBox="1"/>
          <p:nvPr>
            <p:ph idx="1" type="body"/>
          </p:nvPr>
        </p:nvSpPr>
        <p:spPr>
          <a:xfrm>
            <a:off x="1219200" y="3257550"/>
            <a:ext cx="9753600" cy="3086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7:notes"/>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2"/>
          <p:cNvSpPr txBox="1"/>
          <p:nvPr>
            <p:ph type="title"/>
          </p:nvPr>
        </p:nvSpPr>
        <p:spPr>
          <a:xfrm>
            <a:off x="3344544" y="185419"/>
            <a:ext cx="5502910" cy="57531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 name="Google Shape;15;p2"/>
          <p:cNvSpPr txBox="1"/>
          <p:nvPr>
            <p:ph idx="1" type="body"/>
          </p:nvPr>
        </p:nvSpPr>
        <p:spPr>
          <a:xfrm>
            <a:off x="688975" y="1150874"/>
            <a:ext cx="8790305" cy="2303145"/>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b="0" i="0" sz="2750">
                <a:solidFill>
                  <a:schemeClr val="dk1"/>
                </a:solidFill>
                <a:latin typeface="Arial"/>
                <a:ea typeface="Arial"/>
                <a:cs typeface="Arial"/>
                <a:sym typeface="Arial"/>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16" name="Google Shape;16;p2"/>
          <p:cNvSpPr txBox="1"/>
          <p:nvPr>
            <p:ph idx="11" type="ftr"/>
          </p:nvPr>
        </p:nvSpPr>
        <p:spPr>
          <a:xfrm>
            <a:off x="5320919" y="6405041"/>
            <a:ext cx="1869440" cy="25145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200">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11377930" y="6405041"/>
            <a:ext cx="159384" cy="251459"/>
          </a:xfrm>
          <a:prstGeom prst="rect">
            <a:avLst/>
          </a:prstGeom>
          <a:noFill/>
          <a:ln>
            <a:noFill/>
          </a:ln>
        </p:spPr>
        <p:txBody>
          <a:bodyPr anchorCtr="0" anchor="t" bIns="0" lIns="0" spcFirstLastPara="1" rIns="0" wrap="square" tIns="0">
            <a:spAutoFit/>
          </a:bodyPr>
          <a:lstStyle>
            <a:lvl1pPr indent="0" lvl="0" marL="41275" marR="0" algn="l">
              <a:lnSpc>
                <a:spcPct val="100000"/>
              </a:lnSpc>
              <a:spcBef>
                <a:spcPts val="0"/>
              </a:spcBef>
              <a:buNone/>
              <a:defRPr b="1" i="0" sz="1200">
                <a:solidFill>
                  <a:schemeClr val="lt1"/>
                </a:solidFill>
                <a:latin typeface="Arial"/>
                <a:ea typeface="Arial"/>
                <a:cs typeface="Arial"/>
                <a:sym typeface="Arial"/>
              </a:defRPr>
            </a:lvl1pPr>
            <a:lvl2pPr indent="0" lvl="1" marL="41275" marR="0" algn="l">
              <a:lnSpc>
                <a:spcPct val="100000"/>
              </a:lnSpc>
              <a:spcBef>
                <a:spcPts val="0"/>
              </a:spcBef>
              <a:buNone/>
              <a:defRPr b="1" i="0" sz="1200">
                <a:solidFill>
                  <a:schemeClr val="lt1"/>
                </a:solidFill>
                <a:latin typeface="Arial"/>
                <a:ea typeface="Arial"/>
                <a:cs typeface="Arial"/>
                <a:sym typeface="Arial"/>
              </a:defRPr>
            </a:lvl2pPr>
            <a:lvl3pPr indent="0" lvl="2" marL="41275" marR="0" algn="l">
              <a:lnSpc>
                <a:spcPct val="100000"/>
              </a:lnSpc>
              <a:spcBef>
                <a:spcPts val="0"/>
              </a:spcBef>
              <a:buNone/>
              <a:defRPr b="1" i="0" sz="1200">
                <a:solidFill>
                  <a:schemeClr val="lt1"/>
                </a:solidFill>
                <a:latin typeface="Arial"/>
                <a:ea typeface="Arial"/>
                <a:cs typeface="Arial"/>
                <a:sym typeface="Arial"/>
              </a:defRPr>
            </a:lvl3pPr>
            <a:lvl4pPr indent="0" lvl="3" marL="41275" marR="0" algn="l">
              <a:lnSpc>
                <a:spcPct val="100000"/>
              </a:lnSpc>
              <a:spcBef>
                <a:spcPts val="0"/>
              </a:spcBef>
              <a:buNone/>
              <a:defRPr b="1" i="0" sz="1200">
                <a:solidFill>
                  <a:schemeClr val="lt1"/>
                </a:solidFill>
                <a:latin typeface="Arial"/>
                <a:ea typeface="Arial"/>
                <a:cs typeface="Arial"/>
                <a:sym typeface="Arial"/>
              </a:defRPr>
            </a:lvl4pPr>
            <a:lvl5pPr indent="0" lvl="4" marL="41275" marR="0" algn="l">
              <a:lnSpc>
                <a:spcPct val="100000"/>
              </a:lnSpc>
              <a:spcBef>
                <a:spcPts val="0"/>
              </a:spcBef>
              <a:buNone/>
              <a:defRPr b="1" i="0" sz="1200">
                <a:solidFill>
                  <a:schemeClr val="lt1"/>
                </a:solidFill>
                <a:latin typeface="Arial"/>
                <a:ea typeface="Arial"/>
                <a:cs typeface="Arial"/>
                <a:sym typeface="Arial"/>
              </a:defRPr>
            </a:lvl5pPr>
            <a:lvl6pPr indent="0" lvl="5" marL="41275" marR="0" algn="l">
              <a:lnSpc>
                <a:spcPct val="100000"/>
              </a:lnSpc>
              <a:spcBef>
                <a:spcPts val="0"/>
              </a:spcBef>
              <a:buNone/>
              <a:defRPr b="1" i="0" sz="1200">
                <a:solidFill>
                  <a:schemeClr val="lt1"/>
                </a:solidFill>
                <a:latin typeface="Arial"/>
                <a:ea typeface="Arial"/>
                <a:cs typeface="Arial"/>
                <a:sym typeface="Arial"/>
              </a:defRPr>
            </a:lvl6pPr>
            <a:lvl7pPr indent="0" lvl="6" marL="41275" marR="0" algn="l">
              <a:lnSpc>
                <a:spcPct val="100000"/>
              </a:lnSpc>
              <a:spcBef>
                <a:spcPts val="0"/>
              </a:spcBef>
              <a:buNone/>
              <a:defRPr b="1" i="0" sz="1200">
                <a:solidFill>
                  <a:schemeClr val="lt1"/>
                </a:solidFill>
                <a:latin typeface="Arial"/>
                <a:ea typeface="Arial"/>
                <a:cs typeface="Arial"/>
                <a:sym typeface="Arial"/>
              </a:defRPr>
            </a:lvl7pPr>
            <a:lvl8pPr indent="0" lvl="7" marL="41275" marR="0" algn="l">
              <a:lnSpc>
                <a:spcPct val="100000"/>
              </a:lnSpc>
              <a:spcBef>
                <a:spcPts val="0"/>
              </a:spcBef>
              <a:buNone/>
              <a:defRPr b="1" i="0" sz="1200">
                <a:solidFill>
                  <a:schemeClr val="lt1"/>
                </a:solidFill>
                <a:latin typeface="Arial"/>
                <a:ea typeface="Arial"/>
                <a:cs typeface="Arial"/>
                <a:sym typeface="Arial"/>
              </a:defRPr>
            </a:lvl8pPr>
            <a:lvl9pPr indent="0" lvl="8" marL="41275" marR="0" algn="l">
              <a:lnSpc>
                <a:spcPct val="100000"/>
              </a:lnSpc>
              <a:spcBef>
                <a:spcPts val="0"/>
              </a:spcBef>
              <a:buNone/>
              <a:defRPr b="1" i="0" sz="1200">
                <a:solidFill>
                  <a:schemeClr val="lt1"/>
                </a:solidFill>
                <a:latin typeface="Arial"/>
                <a:ea typeface="Arial"/>
                <a:cs typeface="Arial"/>
                <a:sym typeface="Arial"/>
              </a:defRPr>
            </a:lvl9pPr>
          </a:lstStyle>
          <a:p>
            <a:pPr indent="0" lvl="0" marL="4127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9" name="Shape 19"/>
        <p:cNvGrpSpPr/>
        <p:nvPr/>
      </p:nvGrpSpPr>
      <p:grpSpPr>
        <a:xfrm>
          <a:off x="0" y="0"/>
          <a:ext cx="0" cy="0"/>
          <a:chOff x="0" y="0"/>
          <a:chExt cx="0" cy="0"/>
        </a:xfrm>
      </p:grpSpPr>
      <p:sp>
        <p:nvSpPr>
          <p:cNvPr id="20" name="Google Shape;20;p3"/>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5320919" y="6405041"/>
            <a:ext cx="1869440" cy="25145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200">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11377930" y="6405041"/>
            <a:ext cx="159384" cy="251459"/>
          </a:xfrm>
          <a:prstGeom prst="rect">
            <a:avLst/>
          </a:prstGeom>
          <a:noFill/>
          <a:ln>
            <a:noFill/>
          </a:ln>
        </p:spPr>
        <p:txBody>
          <a:bodyPr anchorCtr="0" anchor="t" bIns="0" lIns="0" spcFirstLastPara="1" rIns="0" wrap="square" tIns="0">
            <a:spAutoFit/>
          </a:bodyPr>
          <a:lstStyle>
            <a:lvl1pPr indent="0" lvl="0" marL="41275" marR="0" algn="l">
              <a:lnSpc>
                <a:spcPct val="100000"/>
              </a:lnSpc>
              <a:spcBef>
                <a:spcPts val="0"/>
              </a:spcBef>
              <a:buNone/>
              <a:defRPr b="1" i="0" sz="1200">
                <a:solidFill>
                  <a:schemeClr val="lt1"/>
                </a:solidFill>
                <a:latin typeface="Arial"/>
                <a:ea typeface="Arial"/>
                <a:cs typeface="Arial"/>
                <a:sym typeface="Arial"/>
              </a:defRPr>
            </a:lvl1pPr>
            <a:lvl2pPr indent="0" lvl="1" marL="41275" marR="0" algn="l">
              <a:lnSpc>
                <a:spcPct val="100000"/>
              </a:lnSpc>
              <a:spcBef>
                <a:spcPts val="0"/>
              </a:spcBef>
              <a:buNone/>
              <a:defRPr b="1" i="0" sz="1200">
                <a:solidFill>
                  <a:schemeClr val="lt1"/>
                </a:solidFill>
                <a:latin typeface="Arial"/>
                <a:ea typeface="Arial"/>
                <a:cs typeface="Arial"/>
                <a:sym typeface="Arial"/>
              </a:defRPr>
            </a:lvl2pPr>
            <a:lvl3pPr indent="0" lvl="2" marL="41275" marR="0" algn="l">
              <a:lnSpc>
                <a:spcPct val="100000"/>
              </a:lnSpc>
              <a:spcBef>
                <a:spcPts val="0"/>
              </a:spcBef>
              <a:buNone/>
              <a:defRPr b="1" i="0" sz="1200">
                <a:solidFill>
                  <a:schemeClr val="lt1"/>
                </a:solidFill>
                <a:latin typeface="Arial"/>
                <a:ea typeface="Arial"/>
                <a:cs typeface="Arial"/>
                <a:sym typeface="Arial"/>
              </a:defRPr>
            </a:lvl3pPr>
            <a:lvl4pPr indent="0" lvl="3" marL="41275" marR="0" algn="l">
              <a:lnSpc>
                <a:spcPct val="100000"/>
              </a:lnSpc>
              <a:spcBef>
                <a:spcPts val="0"/>
              </a:spcBef>
              <a:buNone/>
              <a:defRPr b="1" i="0" sz="1200">
                <a:solidFill>
                  <a:schemeClr val="lt1"/>
                </a:solidFill>
                <a:latin typeface="Arial"/>
                <a:ea typeface="Arial"/>
                <a:cs typeface="Arial"/>
                <a:sym typeface="Arial"/>
              </a:defRPr>
            </a:lvl4pPr>
            <a:lvl5pPr indent="0" lvl="4" marL="41275" marR="0" algn="l">
              <a:lnSpc>
                <a:spcPct val="100000"/>
              </a:lnSpc>
              <a:spcBef>
                <a:spcPts val="0"/>
              </a:spcBef>
              <a:buNone/>
              <a:defRPr b="1" i="0" sz="1200">
                <a:solidFill>
                  <a:schemeClr val="lt1"/>
                </a:solidFill>
                <a:latin typeface="Arial"/>
                <a:ea typeface="Arial"/>
                <a:cs typeface="Arial"/>
                <a:sym typeface="Arial"/>
              </a:defRPr>
            </a:lvl5pPr>
            <a:lvl6pPr indent="0" lvl="5" marL="41275" marR="0" algn="l">
              <a:lnSpc>
                <a:spcPct val="100000"/>
              </a:lnSpc>
              <a:spcBef>
                <a:spcPts val="0"/>
              </a:spcBef>
              <a:buNone/>
              <a:defRPr b="1" i="0" sz="1200">
                <a:solidFill>
                  <a:schemeClr val="lt1"/>
                </a:solidFill>
                <a:latin typeface="Arial"/>
                <a:ea typeface="Arial"/>
                <a:cs typeface="Arial"/>
                <a:sym typeface="Arial"/>
              </a:defRPr>
            </a:lvl6pPr>
            <a:lvl7pPr indent="0" lvl="6" marL="41275" marR="0" algn="l">
              <a:lnSpc>
                <a:spcPct val="100000"/>
              </a:lnSpc>
              <a:spcBef>
                <a:spcPts val="0"/>
              </a:spcBef>
              <a:buNone/>
              <a:defRPr b="1" i="0" sz="1200">
                <a:solidFill>
                  <a:schemeClr val="lt1"/>
                </a:solidFill>
                <a:latin typeface="Arial"/>
                <a:ea typeface="Arial"/>
                <a:cs typeface="Arial"/>
                <a:sym typeface="Arial"/>
              </a:defRPr>
            </a:lvl7pPr>
            <a:lvl8pPr indent="0" lvl="7" marL="41275" marR="0" algn="l">
              <a:lnSpc>
                <a:spcPct val="100000"/>
              </a:lnSpc>
              <a:spcBef>
                <a:spcPts val="0"/>
              </a:spcBef>
              <a:buNone/>
              <a:defRPr b="1" i="0" sz="1200">
                <a:solidFill>
                  <a:schemeClr val="lt1"/>
                </a:solidFill>
                <a:latin typeface="Arial"/>
                <a:ea typeface="Arial"/>
                <a:cs typeface="Arial"/>
                <a:sym typeface="Arial"/>
              </a:defRPr>
            </a:lvl8pPr>
            <a:lvl9pPr indent="0" lvl="8" marL="41275" marR="0" algn="l">
              <a:lnSpc>
                <a:spcPct val="100000"/>
              </a:lnSpc>
              <a:spcBef>
                <a:spcPts val="0"/>
              </a:spcBef>
              <a:buNone/>
              <a:defRPr b="1" i="0" sz="1200">
                <a:solidFill>
                  <a:schemeClr val="lt1"/>
                </a:solidFill>
                <a:latin typeface="Arial"/>
                <a:ea typeface="Arial"/>
                <a:cs typeface="Arial"/>
                <a:sym typeface="Arial"/>
              </a:defRPr>
            </a:lvl9pPr>
          </a:lstStyle>
          <a:p>
            <a:pPr indent="0" lvl="0" marL="4127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5" name="Shape 25"/>
        <p:cNvGrpSpPr/>
        <p:nvPr/>
      </p:nvGrpSpPr>
      <p:grpSpPr>
        <a:xfrm>
          <a:off x="0" y="0"/>
          <a:ext cx="0" cy="0"/>
          <a:chOff x="0" y="0"/>
          <a:chExt cx="0" cy="0"/>
        </a:xfrm>
      </p:grpSpPr>
      <p:sp>
        <p:nvSpPr>
          <p:cNvPr id="26" name="Google Shape;26;p4"/>
          <p:cNvSpPr txBox="1"/>
          <p:nvPr>
            <p:ph type="title"/>
          </p:nvPr>
        </p:nvSpPr>
        <p:spPr>
          <a:xfrm>
            <a:off x="3344544" y="185419"/>
            <a:ext cx="5502910" cy="57531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8" name="Google Shape;28;p4"/>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400"/>
              <a:buNone/>
              <a:defRPr/>
            </a:lvl1pPr>
            <a:lvl2pPr indent="-228600" lvl="1" marL="914400" algn="l">
              <a:spcBef>
                <a:spcPts val="0"/>
              </a:spcBef>
              <a:spcAft>
                <a:spcPts val="0"/>
              </a:spcAft>
              <a:buSzPts val="1400"/>
              <a:buNone/>
              <a:defRPr/>
            </a:lvl2pPr>
            <a:lvl3pPr indent="-228600" lvl="2" marL="1371600" algn="l">
              <a:spcBef>
                <a:spcPts val="0"/>
              </a:spcBef>
              <a:spcAft>
                <a:spcPts val="0"/>
              </a:spcAft>
              <a:buSzPts val="1400"/>
              <a:buNone/>
              <a:defRPr/>
            </a:lvl3pPr>
            <a:lvl4pPr indent="-228600" lvl="3" marL="1828800" algn="l">
              <a:spcBef>
                <a:spcPts val="0"/>
              </a:spcBef>
              <a:spcAft>
                <a:spcPts val="0"/>
              </a:spcAft>
              <a:buSzPts val="1400"/>
              <a:buNone/>
              <a:defRPr/>
            </a:lvl4pPr>
            <a:lvl5pPr indent="-228600" lvl="4" marL="2286000" algn="l">
              <a:spcBef>
                <a:spcPts val="0"/>
              </a:spcBef>
              <a:spcAft>
                <a:spcPts val="0"/>
              </a:spcAft>
              <a:buSzPts val="1400"/>
              <a:buNone/>
              <a:defRPr/>
            </a:lvl5pPr>
            <a:lvl6pPr indent="-228600" lvl="5" marL="2743200" algn="l">
              <a:spcBef>
                <a:spcPts val="0"/>
              </a:spcBef>
              <a:spcAft>
                <a:spcPts val="0"/>
              </a:spcAft>
              <a:buSzPts val="1400"/>
              <a:buNone/>
              <a:defRPr/>
            </a:lvl6pPr>
            <a:lvl7pPr indent="-228600" lvl="6" marL="3200400" algn="l">
              <a:spcBef>
                <a:spcPts val="0"/>
              </a:spcBef>
              <a:spcAft>
                <a:spcPts val="0"/>
              </a:spcAft>
              <a:buSzPts val="1400"/>
              <a:buNone/>
              <a:defRPr/>
            </a:lvl7pPr>
            <a:lvl8pPr indent="-228600" lvl="7" marL="3657600" algn="l">
              <a:spcBef>
                <a:spcPts val="0"/>
              </a:spcBef>
              <a:spcAft>
                <a:spcPts val="0"/>
              </a:spcAft>
              <a:buSzPts val="1400"/>
              <a:buNone/>
              <a:defRPr/>
            </a:lvl8pPr>
            <a:lvl9pPr indent="-228600" lvl="8" marL="4114800" algn="l">
              <a:spcBef>
                <a:spcPts val="0"/>
              </a:spcBef>
              <a:spcAft>
                <a:spcPts val="0"/>
              </a:spcAft>
              <a:buSzPts val="1400"/>
              <a:buNone/>
              <a:defRPr/>
            </a:lvl9pPr>
          </a:lstStyle>
          <a:p/>
        </p:txBody>
      </p:sp>
      <p:sp>
        <p:nvSpPr>
          <p:cNvPr id="29" name="Google Shape;29;p4"/>
          <p:cNvSpPr txBox="1"/>
          <p:nvPr>
            <p:ph idx="11" type="ftr"/>
          </p:nvPr>
        </p:nvSpPr>
        <p:spPr>
          <a:xfrm>
            <a:off x="5320919" y="6405041"/>
            <a:ext cx="1869440" cy="25145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200">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11377930" y="6405041"/>
            <a:ext cx="159384" cy="251459"/>
          </a:xfrm>
          <a:prstGeom prst="rect">
            <a:avLst/>
          </a:prstGeom>
          <a:noFill/>
          <a:ln>
            <a:noFill/>
          </a:ln>
        </p:spPr>
        <p:txBody>
          <a:bodyPr anchorCtr="0" anchor="t" bIns="0" lIns="0" spcFirstLastPara="1" rIns="0" wrap="square" tIns="0">
            <a:spAutoFit/>
          </a:bodyPr>
          <a:lstStyle>
            <a:lvl1pPr indent="0" lvl="0" marL="41275" marR="0" algn="l">
              <a:lnSpc>
                <a:spcPct val="100000"/>
              </a:lnSpc>
              <a:spcBef>
                <a:spcPts val="0"/>
              </a:spcBef>
              <a:buNone/>
              <a:defRPr b="1" i="0" sz="1200">
                <a:solidFill>
                  <a:schemeClr val="lt1"/>
                </a:solidFill>
                <a:latin typeface="Arial"/>
                <a:ea typeface="Arial"/>
                <a:cs typeface="Arial"/>
                <a:sym typeface="Arial"/>
              </a:defRPr>
            </a:lvl1pPr>
            <a:lvl2pPr indent="0" lvl="1" marL="41275" marR="0" algn="l">
              <a:lnSpc>
                <a:spcPct val="100000"/>
              </a:lnSpc>
              <a:spcBef>
                <a:spcPts val="0"/>
              </a:spcBef>
              <a:buNone/>
              <a:defRPr b="1" i="0" sz="1200">
                <a:solidFill>
                  <a:schemeClr val="lt1"/>
                </a:solidFill>
                <a:latin typeface="Arial"/>
                <a:ea typeface="Arial"/>
                <a:cs typeface="Arial"/>
                <a:sym typeface="Arial"/>
              </a:defRPr>
            </a:lvl2pPr>
            <a:lvl3pPr indent="0" lvl="2" marL="41275" marR="0" algn="l">
              <a:lnSpc>
                <a:spcPct val="100000"/>
              </a:lnSpc>
              <a:spcBef>
                <a:spcPts val="0"/>
              </a:spcBef>
              <a:buNone/>
              <a:defRPr b="1" i="0" sz="1200">
                <a:solidFill>
                  <a:schemeClr val="lt1"/>
                </a:solidFill>
                <a:latin typeface="Arial"/>
                <a:ea typeface="Arial"/>
                <a:cs typeface="Arial"/>
                <a:sym typeface="Arial"/>
              </a:defRPr>
            </a:lvl3pPr>
            <a:lvl4pPr indent="0" lvl="3" marL="41275" marR="0" algn="l">
              <a:lnSpc>
                <a:spcPct val="100000"/>
              </a:lnSpc>
              <a:spcBef>
                <a:spcPts val="0"/>
              </a:spcBef>
              <a:buNone/>
              <a:defRPr b="1" i="0" sz="1200">
                <a:solidFill>
                  <a:schemeClr val="lt1"/>
                </a:solidFill>
                <a:latin typeface="Arial"/>
                <a:ea typeface="Arial"/>
                <a:cs typeface="Arial"/>
                <a:sym typeface="Arial"/>
              </a:defRPr>
            </a:lvl4pPr>
            <a:lvl5pPr indent="0" lvl="4" marL="41275" marR="0" algn="l">
              <a:lnSpc>
                <a:spcPct val="100000"/>
              </a:lnSpc>
              <a:spcBef>
                <a:spcPts val="0"/>
              </a:spcBef>
              <a:buNone/>
              <a:defRPr b="1" i="0" sz="1200">
                <a:solidFill>
                  <a:schemeClr val="lt1"/>
                </a:solidFill>
                <a:latin typeface="Arial"/>
                <a:ea typeface="Arial"/>
                <a:cs typeface="Arial"/>
                <a:sym typeface="Arial"/>
              </a:defRPr>
            </a:lvl5pPr>
            <a:lvl6pPr indent="0" lvl="5" marL="41275" marR="0" algn="l">
              <a:lnSpc>
                <a:spcPct val="100000"/>
              </a:lnSpc>
              <a:spcBef>
                <a:spcPts val="0"/>
              </a:spcBef>
              <a:buNone/>
              <a:defRPr b="1" i="0" sz="1200">
                <a:solidFill>
                  <a:schemeClr val="lt1"/>
                </a:solidFill>
                <a:latin typeface="Arial"/>
                <a:ea typeface="Arial"/>
                <a:cs typeface="Arial"/>
                <a:sym typeface="Arial"/>
              </a:defRPr>
            </a:lvl6pPr>
            <a:lvl7pPr indent="0" lvl="6" marL="41275" marR="0" algn="l">
              <a:lnSpc>
                <a:spcPct val="100000"/>
              </a:lnSpc>
              <a:spcBef>
                <a:spcPts val="0"/>
              </a:spcBef>
              <a:buNone/>
              <a:defRPr b="1" i="0" sz="1200">
                <a:solidFill>
                  <a:schemeClr val="lt1"/>
                </a:solidFill>
                <a:latin typeface="Arial"/>
                <a:ea typeface="Arial"/>
                <a:cs typeface="Arial"/>
                <a:sym typeface="Arial"/>
              </a:defRPr>
            </a:lvl7pPr>
            <a:lvl8pPr indent="0" lvl="7" marL="41275" marR="0" algn="l">
              <a:lnSpc>
                <a:spcPct val="100000"/>
              </a:lnSpc>
              <a:spcBef>
                <a:spcPts val="0"/>
              </a:spcBef>
              <a:buNone/>
              <a:defRPr b="1" i="0" sz="1200">
                <a:solidFill>
                  <a:schemeClr val="lt1"/>
                </a:solidFill>
                <a:latin typeface="Arial"/>
                <a:ea typeface="Arial"/>
                <a:cs typeface="Arial"/>
                <a:sym typeface="Arial"/>
              </a:defRPr>
            </a:lvl8pPr>
            <a:lvl9pPr indent="0" lvl="8" marL="41275" marR="0" algn="l">
              <a:lnSpc>
                <a:spcPct val="100000"/>
              </a:lnSpc>
              <a:spcBef>
                <a:spcPts val="0"/>
              </a:spcBef>
              <a:buNone/>
              <a:defRPr b="1" i="0" sz="1200">
                <a:solidFill>
                  <a:schemeClr val="lt1"/>
                </a:solidFill>
                <a:latin typeface="Arial"/>
                <a:ea typeface="Arial"/>
                <a:cs typeface="Arial"/>
                <a:sym typeface="Arial"/>
              </a:defRPr>
            </a:lvl9pPr>
          </a:lstStyle>
          <a:p>
            <a:pPr indent="0" lvl="0" marL="4127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2" name="Shape 32"/>
        <p:cNvGrpSpPr/>
        <p:nvPr/>
      </p:nvGrpSpPr>
      <p:grpSpPr>
        <a:xfrm>
          <a:off x="0" y="0"/>
          <a:ext cx="0" cy="0"/>
          <a:chOff x="0" y="0"/>
          <a:chExt cx="0" cy="0"/>
        </a:xfrm>
      </p:grpSpPr>
      <p:sp>
        <p:nvSpPr>
          <p:cNvPr id="33" name="Google Shape;33;p5"/>
          <p:cNvSpPr txBox="1"/>
          <p:nvPr>
            <p:ph type="title"/>
          </p:nvPr>
        </p:nvSpPr>
        <p:spPr>
          <a:xfrm>
            <a:off x="3344544" y="185419"/>
            <a:ext cx="5502910" cy="57531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1" i="0" sz="3600">
                <a:solidFill>
                  <a:schemeClr val="dk1"/>
                </a:solidFill>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 name="Google Shape;34;p5"/>
          <p:cNvSpPr txBox="1"/>
          <p:nvPr>
            <p:ph idx="11" type="ftr"/>
          </p:nvPr>
        </p:nvSpPr>
        <p:spPr>
          <a:xfrm>
            <a:off x="5320919" y="6405041"/>
            <a:ext cx="1869440" cy="25145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200">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11377930" y="6405041"/>
            <a:ext cx="159384" cy="251459"/>
          </a:xfrm>
          <a:prstGeom prst="rect">
            <a:avLst/>
          </a:prstGeom>
          <a:noFill/>
          <a:ln>
            <a:noFill/>
          </a:ln>
        </p:spPr>
        <p:txBody>
          <a:bodyPr anchorCtr="0" anchor="t" bIns="0" lIns="0" spcFirstLastPara="1" rIns="0" wrap="square" tIns="0">
            <a:spAutoFit/>
          </a:bodyPr>
          <a:lstStyle>
            <a:lvl1pPr indent="0" lvl="0" marL="41275" marR="0" algn="l">
              <a:lnSpc>
                <a:spcPct val="100000"/>
              </a:lnSpc>
              <a:spcBef>
                <a:spcPts val="0"/>
              </a:spcBef>
              <a:buNone/>
              <a:defRPr b="1" i="0" sz="1200">
                <a:solidFill>
                  <a:schemeClr val="lt1"/>
                </a:solidFill>
                <a:latin typeface="Arial"/>
                <a:ea typeface="Arial"/>
                <a:cs typeface="Arial"/>
                <a:sym typeface="Arial"/>
              </a:defRPr>
            </a:lvl1pPr>
            <a:lvl2pPr indent="0" lvl="1" marL="41275" marR="0" algn="l">
              <a:lnSpc>
                <a:spcPct val="100000"/>
              </a:lnSpc>
              <a:spcBef>
                <a:spcPts val="0"/>
              </a:spcBef>
              <a:buNone/>
              <a:defRPr b="1" i="0" sz="1200">
                <a:solidFill>
                  <a:schemeClr val="lt1"/>
                </a:solidFill>
                <a:latin typeface="Arial"/>
                <a:ea typeface="Arial"/>
                <a:cs typeface="Arial"/>
                <a:sym typeface="Arial"/>
              </a:defRPr>
            </a:lvl2pPr>
            <a:lvl3pPr indent="0" lvl="2" marL="41275" marR="0" algn="l">
              <a:lnSpc>
                <a:spcPct val="100000"/>
              </a:lnSpc>
              <a:spcBef>
                <a:spcPts val="0"/>
              </a:spcBef>
              <a:buNone/>
              <a:defRPr b="1" i="0" sz="1200">
                <a:solidFill>
                  <a:schemeClr val="lt1"/>
                </a:solidFill>
                <a:latin typeface="Arial"/>
                <a:ea typeface="Arial"/>
                <a:cs typeface="Arial"/>
                <a:sym typeface="Arial"/>
              </a:defRPr>
            </a:lvl3pPr>
            <a:lvl4pPr indent="0" lvl="3" marL="41275" marR="0" algn="l">
              <a:lnSpc>
                <a:spcPct val="100000"/>
              </a:lnSpc>
              <a:spcBef>
                <a:spcPts val="0"/>
              </a:spcBef>
              <a:buNone/>
              <a:defRPr b="1" i="0" sz="1200">
                <a:solidFill>
                  <a:schemeClr val="lt1"/>
                </a:solidFill>
                <a:latin typeface="Arial"/>
                <a:ea typeface="Arial"/>
                <a:cs typeface="Arial"/>
                <a:sym typeface="Arial"/>
              </a:defRPr>
            </a:lvl4pPr>
            <a:lvl5pPr indent="0" lvl="4" marL="41275" marR="0" algn="l">
              <a:lnSpc>
                <a:spcPct val="100000"/>
              </a:lnSpc>
              <a:spcBef>
                <a:spcPts val="0"/>
              </a:spcBef>
              <a:buNone/>
              <a:defRPr b="1" i="0" sz="1200">
                <a:solidFill>
                  <a:schemeClr val="lt1"/>
                </a:solidFill>
                <a:latin typeface="Arial"/>
                <a:ea typeface="Arial"/>
                <a:cs typeface="Arial"/>
                <a:sym typeface="Arial"/>
              </a:defRPr>
            </a:lvl5pPr>
            <a:lvl6pPr indent="0" lvl="5" marL="41275" marR="0" algn="l">
              <a:lnSpc>
                <a:spcPct val="100000"/>
              </a:lnSpc>
              <a:spcBef>
                <a:spcPts val="0"/>
              </a:spcBef>
              <a:buNone/>
              <a:defRPr b="1" i="0" sz="1200">
                <a:solidFill>
                  <a:schemeClr val="lt1"/>
                </a:solidFill>
                <a:latin typeface="Arial"/>
                <a:ea typeface="Arial"/>
                <a:cs typeface="Arial"/>
                <a:sym typeface="Arial"/>
              </a:defRPr>
            </a:lvl6pPr>
            <a:lvl7pPr indent="0" lvl="6" marL="41275" marR="0" algn="l">
              <a:lnSpc>
                <a:spcPct val="100000"/>
              </a:lnSpc>
              <a:spcBef>
                <a:spcPts val="0"/>
              </a:spcBef>
              <a:buNone/>
              <a:defRPr b="1" i="0" sz="1200">
                <a:solidFill>
                  <a:schemeClr val="lt1"/>
                </a:solidFill>
                <a:latin typeface="Arial"/>
                <a:ea typeface="Arial"/>
                <a:cs typeface="Arial"/>
                <a:sym typeface="Arial"/>
              </a:defRPr>
            </a:lvl7pPr>
            <a:lvl8pPr indent="0" lvl="7" marL="41275" marR="0" algn="l">
              <a:lnSpc>
                <a:spcPct val="100000"/>
              </a:lnSpc>
              <a:spcBef>
                <a:spcPts val="0"/>
              </a:spcBef>
              <a:buNone/>
              <a:defRPr b="1" i="0" sz="1200">
                <a:solidFill>
                  <a:schemeClr val="lt1"/>
                </a:solidFill>
                <a:latin typeface="Arial"/>
                <a:ea typeface="Arial"/>
                <a:cs typeface="Arial"/>
                <a:sym typeface="Arial"/>
              </a:defRPr>
            </a:lvl8pPr>
            <a:lvl9pPr indent="0" lvl="8" marL="41275" marR="0" algn="l">
              <a:lnSpc>
                <a:spcPct val="100000"/>
              </a:lnSpc>
              <a:spcBef>
                <a:spcPts val="0"/>
              </a:spcBef>
              <a:buNone/>
              <a:defRPr b="1" i="0" sz="1200">
                <a:solidFill>
                  <a:schemeClr val="lt1"/>
                </a:solidFill>
                <a:latin typeface="Arial"/>
                <a:ea typeface="Arial"/>
                <a:cs typeface="Arial"/>
                <a:sym typeface="Arial"/>
              </a:defRPr>
            </a:lvl9pPr>
          </a:lstStyle>
          <a:p>
            <a:pPr indent="0" lvl="0" marL="41275"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7" name="Shape 37"/>
        <p:cNvGrpSpPr/>
        <p:nvPr/>
      </p:nvGrpSpPr>
      <p:grpSpPr>
        <a:xfrm>
          <a:off x="0" y="0"/>
          <a:ext cx="0" cy="0"/>
          <a:chOff x="0" y="0"/>
          <a:chExt cx="0" cy="0"/>
        </a:xfrm>
      </p:grpSpPr>
      <p:sp>
        <p:nvSpPr>
          <p:cNvPr id="38" name="Google Shape;38;p6"/>
          <p:cNvSpPr txBox="1"/>
          <p:nvPr>
            <p:ph idx="11" type="ftr"/>
          </p:nvPr>
        </p:nvSpPr>
        <p:spPr>
          <a:xfrm>
            <a:off x="5320919" y="6405041"/>
            <a:ext cx="1869440" cy="251459"/>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1200">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p:nvPr>
            <p:ph idx="12" type="sldNum"/>
          </p:nvPr>
        </p:nvSpPr>
        <p:spPr>
          <a:xfrm>
            <a:off x="11377930" y="6405041"/>
            <a:ext cx="159384" cy="251459"/>
          </a:xfrm>
          <a:prstGeom prst="rect">
            <a:avLst/>
          </a:prstGeom>
          <a:noFill/>
          <a:ln>
            <a:noFill/>
          </a:ln>
        </p:spPr>
        <p:txBody>
          <a:bodyPr anchorCtr="0" anchor="t" bIns="0" lIns="0" spcFirstLastPara="1" rIns="0" wrap="square" tIns="0">
            <a:spAutoFit/>
          </a:bodyPr>
          <a:lstStyle>
            <a:lvl1pPr indent="0" lvl="0" marL="41275" marR="0" algn="l">
              <a:lnSpc>
                <a:spcPct val="100000"/>
              </a:lnSpc>
              <a:spcBef>
                <a:spcPts val="0"/>
              </a:spcBef>
              <a:buNone/>
              <a:defRPr b="1" i="0" sz="1200">
                <a:solidFill>
                  <a:schemeClr val="lt1"/>
                </a:solidFill>
                <a:latin typeface="Arial"/>
                <a:ea typeface="Arial"/>
                <a:cs typeface="Arial"/>
                <a:sym typeface="Arial"/>
              </a:defRPr>
            </a:lvl1pPr>
            <a:lvl2pPr indent="0" lvl="1" marL="41275" marR="0" algn="l">
              <a:lnSpc>
                <a:spcPct val="100000"/>
              </a:lnSpc>
              <a:spcBef>
                <a:spcPts val="0"/>
              </a:spcBef>
              <a:buNone/>
              <a:defRPr b="1" i="0" sz="1200">
                <a:solidFill>
                  <a:schemeClr val="lt1"/>
                </a:solidFill>
                <a:latin typeface="Arial"/>
                <a:ea typeface="Arial"/>
                <a:cs typeface="Arial"/>
                <a:sym typeface="Arial"/>
              </a:defRPr>
            </a:lvl2pPr>
            <a:lvl3pPr indent="0" lvl="2" marL="41275" marR="0" algn="l">
              <a:lnSpc>
                <a:spcPct val="100000"/>
              </a:lnSpc>
              <a:spcBef>
                <a:spcPts val="0"/>
              </a:spcBef>
              <a:buNone/>
              <a:defRPr b="1" i="0" sz="1200">
                <a:solidFill>
                  <a:schemeClr val="lt1"/>
                </a:solidFill>
                <a:latin typeface="Arial"/>
                <a:ea typeface="Arial"/>
                <a:cs typeface="Arial"/>
                <a:sym typeface="Arial"/>
              </a:defRPr>
            </a:lvl3pPr>
            <a:lvl4pPr indent="0" lvl="3" marL="41275" marR="0" algn="l">
              <a:lnSpc>
                <a:spcPct val="100000"/>
              </a:lnSpc>
              <a:spcBef>
                <a:spcPts val="0"/>
              </a:spcBef>
              <a:buNone/>
              <a:defRPr b="1" i="0" sz="1200">
                <a:solidFill>
                  <a:schemeClr val="lt1"/>
                </a:solidFill>
                <a:latin typeface="Arial"/>
                <a:ea typeface="Arial"/>
                <a:cs typeface="Arial"/>
                <a:sym typeface="Arial"/>
              </a:defRPr>
            </a:lvl4pPr>
            <a:lvl5pPr indent="0" lvl="4" marL="41275" marR="0" algn="l">
              <a:lnSpc>
                <a:spcPct val="100000"/>
              </a:lnSpc>
              <a:spcBef>
                <a:spcPts val="0"/>
              </a:spcBef>
              <a:buNone/>
              <a:defRPr b="1" i="0" sz="1200">
                <a:solidFill>
                  <a:schemeClr val="lt1"/>
                </a:solidFill>
                <a:latin typeface="Arial"/>
                <a:ea typeface="Arial"/>
                <a:cs typeface="Arial"/>
                <a:sym typeface="Arial"/>
              </a:defRPr>
            </a:lvl5pPr>
            <a:lvl6pPr indent="0" lvl="5" marL="41275" marR="0" algn="l">
              <a:lnSpc>
                <a:spcPct val="100000"/>
              </a:lnSpc>
              <a:spcBef>
                <a:spcPts val="0"/>
              </a:spcBef>
              <a:buNone/>
              <a:defRPr b="1" i="0" sz="1200">
                <a:solidFill>
                  <a:schemeClr val="lt1"/>
                </a:solidFill>
                <a:latin typeface="Arial"/>
                <a:ea typeface="Arial"/>
                <a:cs typeface="Arial"/>
                <a:sym typeface="Arial"/>
              </a:defRPr>
            </a:lvl6pPr>
            <a:lvl7pPr indent="0" lvl="6" marL="41275" marR="0" algn="l">
              <a:lnSpc>
                <a:spcPct val="100000"/>
              </a:lnSpc>
              <a:spcBef>
                <a:spcPts val="0"/>
              </a:spcBef>
              <a:buNone/>
              <a:defRPr b="1" i="0" sz="1200">
                <a:solidFill>
                  <a:schemeClr val="lt1"/>
                </a:solidFill>
                <a:latin typeface="Arial"/>
                <a:ea typeface="Arial"/>
                <a:cs typeface="Arial"/>
                <a:sym typeface="Arial"/>
              </a:defRPr>
            </a:lvl7pPr>
            <a:lvl8pPr indent="0" lvl="7" marL="41275" marR="0" algn="l">
              <a:lnSpc>
                <a:spcPct val="100000"/>
              </a:lnSpc>
              <a:spcBef>
                <a:spcPts val="0"/>
              </a:spcBef>
              <a:buNone/>
              <a:defRPr b="1" i="0" sz="1200">
                <a:solidFill>
                  <a:schemeClr val="lt1"/>
                </a:solidFill>
                <a:latin typeface="Arial"/>
                <a:ea typeface="Arial"/>
                <a:cs typeface="Arial"/>
                <a:sym typeface="Arial"/>
              </a:defRPr>
            </a:lvl8pPr>
            <a:lvl9pPr indent="0" lvl="8" marL="41275" marR="0" algn="l">
              <a:lnSpc>
                <a:spcPct val="100000"/>
              </a:lnSpc>
              <a:spcBef>
                <a:spcPts val="0"/>
              </a:spcBef>
              <a:buNone/>
              <a:defRPr b="1" i="0" sz="1200">
                <a:solidFill>
                  <a:schemeClr val="lt1"/>
                </a:solidFill>
                <a:latin typeface="Arial"/>
                <a:ea typeface="Arial"/>
                <a:cs typeface="Arial"/>
                <a:sym typeface="Arial"/>
              </a:defRPr>
            </a:lvl9pPr>
          </a:lstStyle>
          <a:p>
            <a:pPr indent="0" lvl="0" marL="41275"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1"/>
          <p:cNvPicPr preferRelativeResize="0"/>
          <p:nvPr/>
        </p:nvPicPr>
        <p:blipFill rotWithShape="1">
          <a:blip r:embed="rId1">
            <a:alphaModFix/>
          </a:blip>
          <a:srcRect b="0" l="0" r="0" t="0"/>
          <a:stretch/>
        </p:blipFill>
        <p:spPr>
          <a:xfrm>
            <a:off x="0" y="6372133"/>
            <a:ext cx="12187301" cy="481104"/>
          </a:xfrm>
          <a:prstGeom prst="rect">
            <a:avLst/>
          </a:prstGeom>
          <a:noFill/>
          <a:ln>
            <a:noFill/>
          </a:ln>
        </p:spPr>
      </p:pic>
      <p:sp>
        <p:nvSpPr>
          <p:cNvPr id="7" name="Google Shape;7;p1"/>
          <p:cNvSpPr/>
          <p:nvPr/>
        </p:nvSpPr>
        <p:spPr>
          <a:xfrm>
            <a:off x="0" y="6353175"/>
            <a:ext cx="12192000" cy="504825"/>
          </a:xfrm>
          <a:custGeom>
            <a:rect b="b" l="l" r="r" t="t"/>
            <a:pathLst>
              <a:path extrusionOk="0" h="504825" w="12192000">
                <a:moveTo>
                  <a:pt x="12192000" y="0"/>
                </a:moveTo>
                <a:lnTo>
                  <a:pt x="0" y="0"/>
                </a:lnTo>
                <a:lnTo>
                  <a:pt x="0" y="504825"/>
                </a:lnTo>
                <a:lnTo>
                  <a:pt x="12192000" y="504825"/>
                </a:lnTo>
                <a:lnTo>
                  <a:pt x="12192000" y="0"/>
                </a:lnTo>
                <a:close/>
              </a:path>
            </a:pathLst>
          </a:custGeom>
          <a:solidFill>
            <a:srgbClr val="006FC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8" name="Google Shape;8;p1"/>
          <p:cNvSpPr txBox="1"/>
          <p:nvPr>
            <p:ph type="title"/>
          </p:nvPr>
        </p:nvSpPr>
        <p:spPr>
          <a:xfrm>
            <a:off x="3344544" y="185419"/>
            <a:ext cx="5502910" cy="57531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1" i="0" sz="36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1"/>
          <p:cNvSpPr txBox="1"/>
          <p:nvPr>
            <p:ph idx="1" type="body"/>
          </p:nvPr>
        </p:nvSpPr>
        <p:spPr>
          <a:xfrm>
            <a:off x="688975" y="1150874"/>
            <a:ext cx="8790305" cy="2303145"/>
          </a:xfrm>
          <a:prstGeom prst="rect">
            <a:avLst/>
          </a:prstGeom>
          <a:noFill/>
          <a:ln>
            <a:noFill/>
          </a:ln>
        </p:spPr>
        <p:txBody>
          <a:bodyPr anchorCtr="0" anchor="t" bIns="0" lIns="0" spcFirstLastPara="1" rIns="0" wrap="square" tIns="0">
            <a:spAutoFit/>
          </a:bodyPr>
          <a:lstStyle>
            <a:lvl1pPr indent="-228600" lvl="0" marL="457200" marR="0" rtl="0" algn="l">
              <a:spcBef>
                <a:spcPts val="0"/>
              </a:spcBef>
              <a:spcAft>
                <a:spcPts val="0"/>
              </a:spcAft>
              <a:buSzPts val="1400"/>
              <a:buNone/>
              <a:defRPr b="0" i="0" sz="275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800" u="none" cap="none" strike="noStrike">
                <a:latin typeface="Calibri"/>
                <a:ea typeface="Calibri"/>
                <a:cs typeface="Calibri"/>
                <a:sym typeface="Calibri"/>
              </a:defRPr>
            </a:lvl2pPr>
            <a:lvl3pPr indent="-228600" lvl="2" marL="1371600" marR="0" rtl="0" algn="l">
              <a:spcBef>
                <a:spcPts val="0"/>
              </a:spcBef>
              <a:spcAft>
                <a:spcPts val="0"/>
              </a:spcAft>
              <a:buSzPts val="1400"/>
              <a:buNone/>
              <a:defRPr b="0" i="0" sz="1800" u="none" cap="none" strike="noStrike">
                <a:latin typeface="Calibri"/>
                <a:ea typeface="Calibri"/>
                <a:cs typeface="Calibri"/>
                <a:sym typeface="Calibri"/>
              </a:defRPr>
            </a:lvl3pPr>
            <a:lvl4pPr indent="-228600" lvl="3" marL="1828800" marR="0" rtl="0" algn="l">
              <a:spcBef>
                <a:spcPts val="0"/>
              </a:spcBef>
              <a:spcAft>
                <a:spcPts val="0"/>
              </a:spcAft>
              <a:buSzPts val="1400"/>
              <a:buNone/>
              <a:defRPr b="0" i="0" sz="1800" u="none" cap="none" strike="noStrike">
                <a:latin typeface="Calibri"/>
                <a:ea typeface="Calibri"/>
                <a:cs typeface="Calibri"/>
                <a:sym typeface="Calibri"/>
              </a:defRPr>
            </a:lvl4pPr>
            <a:lvl5pPr indent="-228600" lvl="4" marL="2286000" marR="0" rtl="0" algn="l">
              <a:spcBef>
                <a:spcPts val="0"/>
              </a:spcBef>
              <a:spcAft>
                <a:spcPts val="0"/>
              </a:spcAft>
              <a:buSzPts val="1400"/>
              <a:buNone/>
              <a:defRPr b="0" i="0" sz="1800" u="none" cap="none" strike="noStrike">
                <a:latin typeface="Calibri"/>
                <a:ea typeface="Calibri"/>
                <a:cs typeface="Calibri"/>
                <a:sym typeface="Calibri"/>
              </a:defRPr>
            </a:lvl5pPr>
            <a:lvl6pPr indent="-228600" lvl="5" marL="2743200" marR="0" rtl="0" algn="l">
              <a:spcBef>
                <a:spcPts val="0"/>
              </a:spcBef>
              <a:spcAft>
                <a:spcPts val="0"/>
              </a:spcAft>
              <a:buSzPts val="1400"/>
              <a:buNone/>
              <a:defRPr b="0" i="0" sz="1800" u="none" cap="none" strike="noStrike">
                <a:latin typeface="Calibri"/>
                <a:ea typeface="Calibri"/>
                <a:cs typeface="Calibri"/>
                <a:sym typeface="Calibri"/>
              </a:defRPr>
            </a:lvl6pPr>
            <a:lvl7pPr indent="-228600" lvl="6" marL="3200400" marR="0" rtl="0" algn="l">
              <a:spcBef>
                <a:spcPts val="0"/>
              </a:spcBef>
              <a:spcAft>
                <a:spcPts val="0"/>
              </a:spcAft>
              <a:buSzPts val="1400"/>
              <a:buNone/>
              <a:defRPr b="0" i="0" sz="1800" u="none" cap="none" strike="noStrike">
                <a:latin typeface="Calibri"/>
                <a:ea typeface="Calibri"/>
                <a:cs typeface="Calibri"/>
                <a:sym typeface="Calibri"/>
              </a:defRPr>
            </a:lvl7pPr>
            <a:lvl8pPr indent="-228600" lvl="7" marL="3657600" marR="0" rtl="0" algn="l">
              <a:spcBef>
                <a:spcPts val="0"/>
              </a:spcBef>
              <a:spcAft>
                <a:spcPts val="0"/>
              </a:spcAft>
              <a:buSzPts val="1400"/>
              <a:buNone/>
              <a:defRPr b="0" i="0" sz="1800" u="none" cap="none" strike="noStrike">
                <a:latin typeface="Calibri"/>
                <a:ea typeface="Calibri"/>
                <a:cs typeface="Calibri"/>
                <a:sym typeface="Calibri"/>
              </a:defRPr>
            </a:lvl8pPr>
            <a:lvl9pPr indent="-228600" lvl="8" marL="4114800" marR="0" rtl="0" algn="l">
              <a:spcBef>
                <a:spcPts val="0"/>
              </a:spcBef>
              <a:spcAft>
                <a:spcPts val="0"/>
              </a:spcAft>
              <a:buSzPts val="1400"/>
              <a:buNone/>
              <a:defRPr b="0" i="0" sz="1800" u="none" cap="none" strike="noStrike">
                <a:latin typeface="Calibri"/>
                <a:ea typeface="Calibri"/>
                <a:cs typeface="Calibri"/>
                <a:sym typeface="Calibri"/>
              </a:defRPr>
            </a:lvl9pPr>
          </a:lstStyle>
          <a:p/>
        </p:txBody>
      </p:sp>
      <p:sp>
        <p:nvSpPr>
          <p:cNvPr id="10" name="Google Shape;10;p1"/>
          <p:cNvSpPr txBox="1"/>
          <p:nvPr>
            <p:ph idx="11" type="ftr"/>
          </p:nvPr>
        </p:nvSpPr>
        <p:spPr>
          <a:xfrm>
            <a:off x="5320919" y="6405041"/>
            <a:ext cx="1869440" cy="251459"/>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b="0" i="0" sz="1200">
                <a:solidFill>
                  <a:schemeClr val="l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1" name="Google Shape;11;p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spcBef>
                <a:spcPts val="0"/>
              </a:spcBef>
              <a:spcAft>
                <a:spcPts val="0"/>
              </a:spcAft>
              <a:buSzPts val="1400"/>
              <a:buNone/>
              <a:defRPr sz="1800">
                <a:solidFill>
                  <a:srgbClr val="888888"/>
                </a:solidFill>
              </a:defRPr>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12" name="Google Shape;12;p1"/>
          <p:cNvSpPr txBox="1"/>
          <p:nvPr>
            <p:ph idx="12" type="sldNum"/>
          </p:nvPr>
        </p:nvSpPr>
        <p:spPr>
          <a:xfrm>
            <a:off x="11377930" y="6405041"/>
            <a:ext cx="159384" cy="251459"/>
          </a:xfrm>
          <a:prstGeom prst="rect">
            <a:avLst/>
          </a:prstGeom>
          <a:noFill/>
          <a:ln>
            <a:noFill/>
          </a:ln>
        </p:spPr>
        <p:txBody>
          <a:bodyPr anchorCtr="0" anchor="t" bIns="0" lIns="0" spcFirstLastPara="1" rIns="0" wrap="square" tIns="0">
            <a:spAutoFit/>
          </a:bodyPr>
          <a:lstStyle>
            <a:lvl1pPr indent="0" lvl="0" marL="41275" marR="0" rtl="0" algn="l">
              <a:lnSpc>
                <a:spcPct val="100000"/>
              </a:lnSpc>
              <a:spcBef>
                <a:spcPts val="0"/>
              </a:spcBef>
              <a:buNone/>
              <a:defRPr b="1" i="0" sz="1200" u="none">
                <a:solidFill>
                  <a:schemeClr val="lt1"/>
                </a:solidFill>
                <a:latin typeface="Arial"/>
                <a:ea typeface="Arial"/>
                <a:cs typeface="Arial"/>
                <a:sym typeface="Arial"/>
              </a:defRPr>
            </a:lvl1pPr>
            <a:lvl2pPr indent="0" lvl="1" marL="41275" marR="0" rtl="0" algn="l">
              <a:lnSpc>
                <a:spcPct val="100000"/>
              </a:lnSpc>
              <a:spcBef>
                <a:spcPts val="0"/>
              </a:spcBef>
              <a:buNone/>
              <a:defRPr b="1" i="0" sz="1200" u="none">
                <a:solidFill>
                  <a:schemeClr val="lt1"/>
                </a:solidFill>
                <a:latin typeface="Arial"/>
                <a:ea typeface="Arial"/>
                <a:cs typeface="Arial"/>
                <a:sym typeface="Arial"/>
              </a:defRPr>
            </a:lvl2pPr>
            <a:lvl3pPr indent="0" lvl="2" marL="41275" marR="0" rtl="0" algn="l">
              <a:lnSpc>
                <a:spcPct val="100000"/>
              </a:lnSpc>
              <a:spcBef>
                <a:spcPts val="0"/>
              </a:spcBef>
              <a:buNone/>
              <a:defRPr b="1" i="0" sz="1200" u="none">
                <a:solidFill>
                  <a:schemeClr val="lt1"/>
                </a:solidFill>
                <a:latin typeface="Arial"/>
                <a:ea typeface="Arial"/>
                <a:cs typeface="Arial"/>
                <a:sym typeface="Arial"/>
              </a:defRPr>
            </a:lvl3pPr>
            <a:lvl4pPr indent="0" lvl="3" marL="41275" marR="0" rtl="0" algn="l">
              <a:lnSpc>
                <a:spcPct val="100000"/>
              </a:lnSpc>
              <a:spcBef>
                <a:spcPts val="0"/>
              </a:spcBef>
              <a:buNone/>
              <a:defRPr b="1" i="0" sz="1200" u="none">
                <a:solidFill>
                  <a:schemeClr val="lt1"/>
                </a:solidFill>
                <a:latin typeface="Arial"/>
                <a:ea typeface="Arial"/>
                <a:cs typeface="Arial"/>
                <a:sym typeface="Arial"/>
              </a:defRPr>
            </a:lvl4pPr>
            <a:lvl5pPr indent="0" lvl="4" marL="41275" marR="0" rtl="0" algn="l">
              <a:lnSpc>
                <a:spcPct val="100000"/>
              </a:lnSpc>
              <a:spcBef>
                <a:spcPts val="0"/>
              </a:spcBef>
              <a:buNone/>
              <a:defRPr b="1" i="0" sz="1200" u="none">
                <a:solidFill>
                  <a:schemeClr val="lt1"/>
                </a:solidFill>
                <a:latin typeface="Arial"/>
                <a:ea typeface="Arial"/>
                <a:cs typeface="Arial"/>
                <a:sym typeface="Arial"/>
              </a:defRPr>
            </a:lvl5pPr>
            <a:lvl6pPr indent="0" lvl="5" marL="41275" marR="0" rtl="0" algn="l">
              <a:lnSpc>
                <a:spcPct val="100000"/>
              </a:lnSpc>
              <a:spcBef>
                <a:spcPts val="0"/>
              </a:spcBef>
              <a:buNone/>
              <a:defRPr b="1" i="0" sz="1200" u="none">
                <a:solidFill>
                  <a:schemeClr val="lt1"/>
                </a:solidFill>
                <a:latin typeface="Arial"/>
                <a:ea typeface="Arial"/>
                <a:cs typeface="Arial"/>
                <a:sym typeface="Arial"/>
              </a:defRPr>
            </a:lvl6pPr>
            <a:lvl7pPr indent="0" lvl="6" marL="41275" marR="0" rtl="0" algn="l">
              <a:lnSpc>
                <a:spcPct val="100000"/>
              </a:lnSpc>
              <a:spcBef>
                <a:spcPts val="0"/>
              </a:spcBef>
              <a:buNone/>
              <a:defRPr b="1" i="0" sz="1200" u="none">
                <a:solidFill>
                  <a:schemeClr val="lt1"/>
                </a:solidFill>
                <a:latin typeface="Arial"/>
                <a:ea typeface="Arial"/>
                <a:cs typeface="Arial"/>
                <a:sym typeface="Arial"/>
              </a:defRPr>
            </a:lvl7pPr>
            <a:lvl8pPr indent="0" lvl="7" marL="41275" marR="0" rtl="0" algn="l">
              <a:lnSpc>
                <a:spcPct val="100000"/>
              </a:lnSpc>
              <a:spcBef>
                <a:spcPts val="0"/>
              </a:spcBef>
              <a:buNone/>
              <a:defRPr b="1" i="0" sz="1200" u="none">
                <a:solidFill>
                  <a:schemeClr val="lt1"/>
                </a:solidFill>
                <a:latin typeface="Arial"/>
                <a:ea typeface="Arial"/>
                <a:cs typeface="Arial"/>
                <a:sym typeface="Arial"/>
              </a:defRPr>
            </a:lvl8pPr>
            <a:lvl9pPr indent="0" lvl="8" marL="41275" marR="0" rtl="0" algn="l">
              <a:lnSpc>
                <a:spcPct val="100000"/>
              </a:lnSpc>
              <a:spcBef>
                <a:spcPts val="0"/>
              </a:spcBef>
              <a:buNone/>
              <a:defRPr b="1" i="0" sz="1200" u="none">
                <a:solidFill>
                  <a:schemeClr val="lt1"/>
                </a:solidFill>
                <a:latin typeface="Arial"/>
                <a:ea typeface="Arial"/>
                <a:cs typeface="Arial"/>
                <a:sym typeface="Arial"/>
              </a:defRPr>
            </a:lvl9pPr>
          </a:lstStyle>
          <a:p>
            <a:pPr indent="0" lvl="0" marL="41275" rtl="0" algn="l">
              <a:spcBef>
                <a:spcPts val="0"/>
              </a:spcBef>
              <a:spcAft>
                <a:spcPts val="0"/>
              </a:spcAft>
              <a:buNone/>
            </a:pP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20" Type="http://schemas.openxmlformats.org/officeDocument/2006/relationships/image" Target="../media/image20.jpg"/><Relationship Id="rId11" Type="http://schemas.openxmlformats.org/officeDocument/2006/relationships/image" Target="../media/image13.png"/><Relationship Id="rId22" Type="http://schemas.openxmlformats.org/officeDocument/2006/relationships/image" Target="../media/image23.jpg"/><Relationship Id="rId10" Type="http://schemas.openxmlformats.org/officeDocument/2006/relationships/image" Target="../media/image10.png"/><Relationship Id="rId21" Type="http://schemas.openxmlformats.org/officeDocument/2006/relationships/image" Target="../media/image22.jpg"/><Relationship Id="rId13" Type="http://schemas.openxmlformats.org/officeDocument/2006/relationships/image" Target="../media/image25.png"/><Relationship Id="rId12" Type="http://schemas.openxmlformats.org/officeDocument/2006/relationships/image" Target="../media/image12.png"/><Relationship Id="rId23" Type="http://schemas.openxmlformats.org/officeDocument/2006/relationships/image" Target="../media/image27.jp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29.png"/><Relationship Id="rId9" Type="http://schemas.openxmlformats.org/officeDocument/2006/relationships/image" Target="../media/image6.png"/><Relationship Id="rId15" Type="http://schemas.openxmlformats.org/officeDocument/2006/relationships/image" Target="../media/image15.png"/><Relationship Id="rId14" Type="http://schemas.openxmlformats.org/officeDocument/2006/relationships/image" Target="../media/image11.png"/><Relationship Id="rId17" Type="http://schemas.openxmlformats.org/officeDocument/2006/relationships/image" Target="../media/image17.png"/><Relationship Id="rId16" Type="http://schemas.openxmlformats.org/officeDocument/2006/relationships/image" Target="../media/image30.png"/><Relationship Id="rId5" Type="http://schemas.openxmlformats.org/officeDocument/2006/relationships/image" Target="../media/image5.png"/><Relationship Id="rId19" Type="http://schemas.openxmlformats.org/officeDocument/2006/relationships/image" Target="../media/image14.png"/><Relationship Id="rId6" Type="http://schemas.openxmlformats.org/officeDocument/2006/relationships/image" Target="../media/image2.png"/><Relationship Id="rId18" Type="http://schemas.openxmlformats.org/officeDocument/2006/relationships/image" Target="../media/image16.png"/><Relationship Id="rId7" Type="http://schemas.openxmlformats.org/officeDocument/2006/relationships/image" Target="../media/image21.png"/><Relationship Id="rId8"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doi.org/10.17577/ijertv9is060193" TargetMode="External"/><Relationship Id="rId4" Type="http://schemas.openxmlformats.org/officeDocument/2006/relationships/hyperlink" Target="https://doi.org/10.18421/tem94-06" TargetMode="External"/><Relationship Id="rId5" Type="http://schemas.openxmlformats.org/officeDocument/2006/relationships/hyperlink" Target="https://www.parkify.in/" TargetMode="External"/><Relationship Id="rId6" Type="http://schemas.openxmlformats.org/officeDocument/2006/relationships/image" Target="../media/image26.png"/><Relationship Id="rId7"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 name="Shape 44"/>
        <p:cNvGrpSpPr/>
        <p:nvPr/>
      </p:nvGrpSpPr>
      <p:grpSpPr>
        <a:xfrm>
          <a:off x="0" y="0"/>
          <a:ext cx="0" cy="0"/>
          <a:chOff x="0" y="0"/>
          <a:chExt cx="0" cy="0"/>
        </a:xfrm>
      </p:grpSpPr>
      <p:grpSp>
        <p:nvGrpSpPr>
          <p:cNvPr id="45" name="Google Shape;45;p7"/>
          <p:cNvGrpSpPr/>
          <p:nvPr/>
        </p:nvGrpSpPr>
        <p:grpSpPr>
          <a:xfrm>
            <a:off x="5657818" y="847725"/>
            <a:ext cx="4638675" cy="5162550"/>
            <a:chOff x="5657818" y="847725"/>
            <a:chExt cx="4638675" cy="5162550"/>
          </a:xfrm>
        </p:grpSpPr>
        <p:sp>
          <p:nvSpPr>
            <p:cNvPr id="46" name="Google Shape;46;p7"/>
            <p:cNvSpPr/>
            <p:nvPr/>
          </p:nvSpPr>
          <p:spPr>
            <a:xfrm>
              <a:off x="5657818" y="847725"/>
              <a:ext cx="4638675" cy="5162550"/>
            </a:xfrm>
            <a:custGeom>
              <a:rect b="b" l="l" r="r" t="t"/>
              <a:pathLst>
                <a:path extrusionOk="0" h="5162550" w="4638675">
                  <a:moveTo>
                    <a:pt x="1873281" y="0"/>
                  </a:moveTo>
                  <a:lnTo>
                    <a:pt x="1179988" y="0"/>
                  </a:lnTo>
                  <a:lnTo>
                    <a:pt x="1147335" y="5790"/>
                  </a:lnTo>
                  <a:lnTo>
                    <a:pt x="1092174" y="48756"/>
                  </a:lnTo>
                  <a:lnTo>
                    <a:pt x="1072165" y="83692"/>
                  </a:lnTo>
                  <a:lnTo>
                    <a:pt x="726344" y="882523"/>
                  </a:lnTo>
                  <a:lnTo>
                    <a:pt x="713700" y="922043"/>
                  </a:lnTo>
                  <a:lnTo>
                    <a:pt x="709485" y="964184"/>
                  </a:lnTo>
                  <a:lnTo>
                    <a:pt x="713700" y="1006324"/>
                  </a:lnTo>
                  <a:lnTo>
                    <a:pt x="726344" y="1045845"/>
                  </a:lnTo>
                  <a:lnTo>
                    <a:pt x="1072165" y="1844675"/>
                  </a:lnTo>
                  <a:lnTo>
                    <a:pt x="1092184" y="1879615"/>
                  </a:lnTo>
                  <a:lnTo>
                    <a:pt x="1118520" y="1906397"/>
                  </a:lnTo>
                  <a:lnTo>
                    <a:pt x="1092866" y="1965960"/>
                  </a:lnTo>
                  <a:lnTo>
                    <a:pt x="786923" y="2672207"/>
                  </a:lnTo>
                  <a:lnTo>
                    <a:pt x="769379" y="2718113"/>
                  </a:lnTo>
                  <a:lnTo>
                    <a:pt x="756848" y="2766349"/>
                  </a:lnTo>
                  <a:lnTo>
                    <a:pt x="749329" y="2816140"/>
                  </a:lnTo>
                  <a:lnTo>
                    <a:pt x="746823" y="2866707"/>
                  </a:lnTo>
                  <a:lnTo>
                    <a:pt x="749329" y="2917274"/>
                  </a:lnTo>
                  <a:lnTo>
                    <a:pt x="756848" y="2967065"/>
                  </a:lnTo>
                  <a:lnTo>
                    <a:pt x="769379" y="3015301"/>
                  </a:lnTo>
                  <a:lnTo>
                    <a:pt x="786923" y="3061207"/>
                  </a:lnTo>
                  <a:lnTo>
                    <a:pt x="1610645" y="4963325"/>
                  </a:lnTo>
                  <a:lnTo>
                    <a:pt x="1636086" y="5013193"/>
                  </a:lnTo>
                  <a:lnTo>
                    <a:pt x="1666206" y="5056755"/>
                  </a:lnTo>
                  <a:lnTo>
                    <a:pt x="1700442" y="5093514"/>
                  </a:lnTo>
                  <a:lnTo>
                    <a:pt x="1738233" y="5122970"/>
                  </a:lnTo>
                  <a:lnTo>
                    <a:pt x="1779017" y="5144627"/>
                  </a:lnTo>
                  <a:lnTo>
                    <a:pt x="1822230" y="5157986"/>
                  </a:lnTo>
                  <a:lnTo>
                    <a:pt x="1867312" y="5162550"/>
                  </a:lnTo>
                  <a:lnTo>
                    <a:pt x="3518185" y="5162550"/>
                  </a:lnTo>
                  <a:lnTo>
                    <a:pt x="3562144" y="5157986"/>
                  </a:lnTo>
                  <a:lnTo>
                    <a:pt x="3604868" y="5144627"/>
                  </a:lnTo>
                  <a:lnTo>
                    <a:pt x="3645541" y="5122970"/>
                  </a:lnTo>
                  <a:lnTo>
                    <a:pt x="3683349" y="5093514"/>
                  </a:lnTo>
                  <a:lnTo>
                    <a:pt x="3717475" y="5056755"/>
                  </a:lnTo>
                  <a:lnTo>
                    <a:pt x="3747105" y="5013193"/>
                  </a:lnTo>
                  <a:lnTo>
                    <a:pt x="3771423" y="4963325"/>
                  </a:lnTo>
                  <a:lnTo>
                    <a:pt x="4598574" y="3061208"/>
                  </a:lnTo>
                  <a:lnTo>
                    <a:pt x="4616118" y="3015301"/>
                  </a:lnTo>
                  <a:lnTo>
                    <a:pt x="4628649" y="2967065"/>
                  </a:lnTo>
                  <a:lnTo>
                    <a:pt x="4636168" y="2917274"/>
                  </a:lnTo>
                  <a:lnTo>
                    <a:pt x="4638674" y="2866707"/>
                  </a:lnTo>
                  <a:lnTo>
                    <a:pt x="4636168" y="2816140"/>
                  </a:lnTo>
                  <a:lnTo>
                    <a:pt x="4628649" y="2766349"/>
                  </a:lnTo>
                  <a:lnTo>
                    <a:pt x="4616118" y="2718113"/>
                  </a:lnTo>
                  <a:lnTo>
                    <a:pt x="4598574" y="2672207"/>
                  </a:lnTo>
                  <a:lnTo>
                    <a:pt x="4271016" y="1918970"/>
                  </a:lnTo>
                  <a:lnTo>
                    <a:pt x="1177067" y="1918970"/>
                  </a:lnTo>
                  <a:lnTo>
                    <a:pt x="1168717" y="1918594"/>
                  </a:lnTo>
                  <a:lnTo>
                    <a:pt x="1160462" y="1917493"/>
                  </a:lnTo>
                  <a:lnTo>
                    <a:pt x="1152350" y="1915701"/>
                  </a:lnTo>
                  <a:lnTo>
                    <a:pt x="1144428" y="1913254"/>
                  </a:lnTo>
                  <a:lnTo>
                    <a:pt x="1125124" y="1902460"/>
                  </a:lnTo>
                  <a:lnTo>
                    <a:pt x="1143793" y="1859407"/>
                  </a:lnTo>
                  <a:lnTo>
                    <a:pt x="1168685" y="1801622"/>
                  </a:lnTo>
                  <a:lnTo>
                    <a:pt x="1131949" y="1761112"/>
                  </a:lnTo>
                  <a:lnTo>
                    <a:pt x="817149" y="1036574"/>
                  </a:lnTo>
                  <a:lnTo>
                    <a:pt x="802195" y="964136"/>
                  </a:lnTo>
                  <a:lnTo>
                    <a:pt x="805934" y="926792"/>
                  </a:lnTo>
                  <a:lnTo>
                    <a:pt x="1123727" y="183641"/>
                  </a:lnTo>
                  <a:lnTo>
                    <a:pt x="1164066" y="129254"/>
                  </a:lnTo>
                  <a:lnTo>
                    <a:pt x="1219358" y="109347"/>
                  </a:lnTo>
                  <a:lnTo>
                    <a:pt x="1990742" y="109347"/>
                  </a:lnTo>
                  <a:lnTo>
                    <a:pt x="1979580" y="83692"/>
                  </a:lnTo>
                  <a:lnTo>
                    <a:pt x="1960239" y="48756"/>
                  </a:lnTo>
                  <a:lnTo>
                    <a:pt x="1934860" y="22415"/>
                  </a:lnTo>
                  <a:lnTo>
                    <a:pt x="1905267" y="5790"/>
                  </a:lnTo>
                  <a:lnTo>
                    <a:pt x="1873281" y="0"/>
                  </a:lnTo>
                  <a:close/>
                </a:path>
                <a:path extrusionOk="0" h="5162550" w="4638675">
                  <a:moveTo>
                    <a:pt x="673766" y="3129788"/>
                  </a:moveTo>
                  <a:lnTo>
                    <a:pt x="272446" y="3129788"/>
                  </a:lnTo>
                  <a:lnTo>
                    <a:pt x="253539" y="3133133"/>
                  </a:lnTo>
                  <a:lnTo>
                    <a:pt x="221583" y="3157970"/>
                  </a:lnTo>
                  <a:lnTo>
                    <a:pt x="9810" y="3640581"/>
                  </a:lnTo>
                  <a:lnTo>
                    <a:pt x="0" y="3687889"/>
                  </a:lnTo>
                  <a:lnTo>
                    <a:pt x="2452" y="3712305"/>
                  </a:lnTo>
                  <a:lnTo>
                    <a:pt x="209962" y="4197604"/>
                  </a:lnTo>
                  <a:lnTo>
                    <a:pt x="236347" y="4233037"/>
                  </a:lnTo>
                  <a:lnTo>
                    <a:pt x="272446" y="4245991"/>
                  </a:lnTo>
                  <a:lnTo>
                    <a:pt x="673766" y="4245991"/>
                  </a:lnTo>
                  <a:lnTo>
                    <a:pt x="724076" y="4217808"/>
                  </a:lnTo>
                  <a:lnTo>
                    <a:pt x="936402" y="3735197"/>
                  </a:lnTo>
                  <a:lnTo>
                    <a:pt x="946118" y="3687889"/>
                  </a:lnTo>
                  <a:lnTo>
                    <a:pt x="943689" y="3663473"/>
                  </a:lnTo>
                  <a:lnTo>
                    <a:pt x="735234" y="3178175"/>
                  </a:lnTo>
                  <a:lnTo>
                    <a:pt x="709406" y="3142742"/>
                  </a:lnTo>
                  <a:lnTo>
                    <a:pt x="673766" y="3129788"/>
                  </a:lnTo>
                  <a:close/>
                </a:path>
                <a:path extrusionOk="0" h="5162550" w="4638675">
                  <a:moveTo>
                    <a:pt x="3518185" y="570864"/>
                  </a:moveTo>
                  <a:lnTo>
                    <a:pt x="2192686" y="570864"/>
                  </a:lnTo>
                  <a:lnTo>
                    <a:pt x="2324131" y="873125"/>
                  </a:lnTo>
                  <a:lnTo>
                    <a:pt x="2336776" y="912645"/>
                  </a:lnTo>
                  <a:lnTo>
                    <a:pt x="2340986" y="954833"/>
                  </a:lnTo>
                  <a:lnTo>
                    <a:pt x="2336776" y="996926"/>
                  </a:lnTo>
                  <a:lnTo>
                    <a:pt x="2324131" y="1036447"/>
                  </a:lnTo>
                  <a:lnTo>
                    <a:pt x="1976659" y="1835277"/>
                  </a:lnTo>
                  <a:lnTo>
                    <a:pt x="1957318" y="1870213"/>
                  </a:lnTo>
                  <a:lnTo>
                    <a:pt x="1902346" y="1913179"/>
                  </a:lnTo>
                  <a:lnTo>
                    <a:pt x="1870360" y="1918970"/>
                  </a:lnTo>
                  <a:lnTo>
                    <a:pt x="4271016" y="1918970"/>
                  </a:lnTo>
                  <a:lnTo>
                    <a:pt x="3771423" y="770127"/>
                  </a:lnTo>
                  <a:lnTo>
                    <a:pt x="3747105" y="720261"/>
                  </a:lnTo>
                  <a:lnTo>
                    <a:pt x="3717475" y="676695"/>
                  </a:lnTo>
                  <a:lnTo>
                    <a:pt x="3683349" y="639929"/>
                  </a:lnTo>
                  <a:lnTo>
                    <a:pt x="3645541" y="610463"/>
                  </a:lnTo>
                  <a:lnTo>
                    <a:pt x="3604868" y="588797"/>
                  </a:lnTo>
                  <a:lnTo>
                    <a:pt x="3562144" y="575431"/>
                  </a:lnTo>
                  <a:lnTo>
                    <a:pt x="3518185" y="570864"/>
                  </a:lnTo>
                  <a:close/>
                </a:path>
                <a:path extrusionOk="0" h="5162550" w="4638675">
                  <a:moveTo>
                    <a:pt x="2097817" y="570864"/>
                  </a:moveTo>
                  <a:lnTo>
                    <a:pt x="1867312" y="570864"/>
                  </a:lnTo>
                  <a:lnTo>
                    <a:pt x="1822230" y="575431"/>
                  </a:lnTo>
                  <a:lnTo>
                    <a:pt x="1779017" y="588797"/>
                  </a:lnTo>
                  <a:lnTo>
                    <a:pt x="1738233" y="610463"/>
                  </a:lnTo>
                  <a:lnTo>
                    <a:pt x="1700442" y="639929"/>
                  </a:lnTo>
                  <a:lnTo>
                    <a:pt x="1666206" y="676695"/>
                  </a:lnTo>
                  <a:lnTo>
                    <a:pt x="1636086" y="720261"/>
                  </a:lnTo>
                  <a:lnTo>
                    <a:pt x="1610645" y="770127"/>
                  </a:lnTo>
                  <a:lnTo>
                    <a:pt x="1167542" y="1793366"/>
                  </a:lnTo>
                  <a:lnTo>
                    <a:pt x="1187481" y="1804415"/>
                  </a:lnTo>
                  <a:lnTo>
                    <a:pt x="1194506" y="1806676"/>
                  </a:lnTo>
                  <a:lnTo>
                    <a:pt x="1201674" y="1808305"/>
                  </a:lnTo>
                  <a:lnTo>
                    <a:pt x="1208984" y="1809291"/>
                  </a:lnTo>
                  <a:lnTo>
                    <a:pt x="1216437" y="1809623"/>
                  </a:lnTo>
                  <a:lnTo>
                    <a:pt x="1830990" y="1809623"/>
                  </a:lnTo>
                  <a:lnTo>
                    <a:pt x="1885584" y="1789731"/>
                  </a:lnTo>
                  <a:lnTo>
                    <a:pt x="1925224" y="1735454"/>
                  </a:lnTo>
                  <a:lnTo>
                    <a:pt x="2233326" y="1027176"/>
                  </a:lnTo>
                  <a:lnTo>
                    <a:pt x="2248181" y="954786"/>
                  </a:lnTo>
                  <a:lnTo>
                    <a:pt x="2244470" y="917465"/>
                  </a:lnTo>
                  <a:lnTo>
                    <a:pt x="2233326" y="882396"/>
                  </a:lnTo>
                  <a:lnTo>
                    <a:pt x="2097817" y="570864"/>
                  </a:lnTo>
                  <a:close/>
                </a:path>
                <a:path extrusionOk="0" h="5162550" w="4638675">
                  <a:moveTo>
                    <a:pt x="1990742" y="109347"/>
                  </a:moveTo>
                  <a:lnTo>
                    <a:pt x="1833911" y="109347"/>
                  </a:lnTo>
                  <a:lnTo>
                    <a:pt x="1862318" y="114490"/>
                  </a:lnTo>
                  <a:lnTo>
                    <a:pt x="1888569" y="129254"/>
                  </a:lnTo>
                  <a:lnTo>
                    <a:pt x="1911082" y="152638"/>
                  </a:lnTo>
                  <a:lnTo>
                    <a:pt x="1928272" y="183641"/>
                  </a:lnTo>
                  <a:lnTo>
                    <a:pt x="2092102" y="560577"/>
                  </a:lnTo>
                  <a:lnTo>
                    <a:pt x="2186971" y="560577"/>
                  </a:lnTo>
                  <a:lnTo>
                    <a:pt x="2166016" y="512190"/>
                  </a:lnTo>
                  <a:lnTo>
                    <a:pt x="1990742" y="109347"/>
                  </a:lnTo>
                  <a:close/>
                </a:path>
              </a:pathLst>
            </a:custGeom>
            <a:solidFill>
              <a:srgbClr val="7E7E7E">
                <a:alpha val="14509"/>
              </a:srgbClr>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47" name="Google Shape;47;p7"/>
            <p:cNvPicPr preferRelativeResize="0"/>
            <p:nvPr/>
          </p:nvPicPr>
          <p:blipFill rotWithShape="1">
            <a:blip r:embed="rId3">
              <a:alphaModFix/>
            </a:blip>
            <a:srcRect b="0" l="0" r="0" t="0"/>
            <a:stretch/>
          </p:blipFill>
          <p:spPr>
            <a:xfrm>
              <a:off x="6858000" y="1714500"/>
              <a:ext cx="3200400" cy="3429000"/>
            </a:xfrm>
            <a:prstGeom prst="rect">
              <a:avLst/>
            </a:prstGeom>
            <a:noFill/>
            <a:ln>
              <a:noFill/>
            </a:ln>
          </p:spPr>
        </p:pic>
      </p:grpSp>
      <p:sp>
        <p:nvSpPr>
          <p:cNvPr id="48" name="Google Shape;48;p7"/>
          <p:cNvSpPr txBox="1"/>
          <p:nvPr>
            <p:ph type="title"/>
          </p:nvPr>
        </p:nvSpPr>
        <p:spPr>
          <a:xfrm>
            <a:off x="1465961" y="156210"/>
            <a:ext cx="8091170" cy="632460"/>
          </a:xfrm>
          <a:prstGeom prst="rect">
            <a:avLst/>
          </a:prstGeom>
          <a:noFill/>
          <a:ln>
            <a:noFill/>
          </a:ln>
        </p:spPr>
        <p:txBody>
          <a:bodyPr anchorCtr="0" anchor="t" bIns="0" lIns="0" spcFirstLastPara="1" rIns="0" wrap="square" tIns="16500">
            <a:spAutoFit/>
          </a:bodyPr>
          <a:lstStyle/>
          <a:p>
            <a:pPr indent="0" lvl="0" marL="12700" rtl="0" algn="l">
              <a:lnSpc>
                <a:spcPct val="100000"/>
              </a:lnSpc>
              <a:spcBef>
                <a:spcPts val="0"/>
              </a:spcBef>
              <a:spcAft>
                <a:spcPts val="0"/>
              </a:spcAft>
              <a:buNone/>
            </a:pPr>
            <a:r>
              <a:rPr lang="en-US" sz="3950">
                <a:solidFill>
                  <a:srgbClr val="1F487C"/>
                </a:solidFill>
              </a:rPr>
              <a:t>SMART INDIA HACKATHON 2024</a:t>
            </a:r>
            <a:endParaRPr sz="3950"/>
          </a:p>
        </p:txBody>
      </p:sp>
      <p:sp>
        <p:nvSpPr>
          <p:cNvPr id="49" name="Google Shape;49;p7"/>
          <p:cNvSpPr txBox="1"/>
          <p:nvPr/>
        </p:nvSpPr>
        <p:spPr>
          <a:xfrm>
            <a:off x="410209" y="1226185"/>
            <a:ext cx="6659880" cy="5455920"/>
          </a:xfrm>
          <a:prstGeom prst="rect">
            <a:avLst/>
          </a:prstGeom>
          <a:noFill/>
          <a:ln>
            <a:noFill/>
          </a:ln>
        </p:spPr>
        <p:txBody>
          <a:bodyPr anchorCtr="0" anchor="t" bIns="0" lIns="0" spcFirstLastPara="1" rIns="0" wrap="square" tIns="16500">
            <a:spAutoFit/>
          </a:bodyPr>
          <a:lstStyle/>
          <a:p>
            <a:pPr indent="0" lvl="0" marL="3867784" marR="0" rtl="0" algn="l">
              <a:lnSpc>
                <a:spcPct val="100000"/>
              </a:lnSpc>
              <a:spcBef>
                <a:spcPts val="0"/>
              </a:spcBef>
              <a:spcAft>
                <a:spcPts val="0"/>
              </a:spcAft>
              <a:buNone/>
            </a:pPr>
            <a:r>
              <a:rPr b="1" lang="en-US" sz="3200">
                <a:latin typeface="Times New Roman"/>
                <a:ea typeface="Times New Roman"/>
                <a:cs typeface="Times New Roman"/>
                <a:sym typeface="Times New Roman"/>
              </a:rPr>
              <a:t>TITLE PAGE</a:t>
            </a:r>
            <a:endParaRPr sz="3200">
              <a:latin typeface="Times New Roman"/>
              <a:ea typeface="Times New Roman"/>
              <a:cs typeface="Times New Roman"/>
              <a:sym typeface="Times New Roman"/>
            </a:endParaRPr>
          </a:p>
          <a:p>
            <a:pPr indent="0" lvl="0" marL="0" marR="0" rtl="0" algn="l">
              <a:lnSpc>
                <a:spcPct val="100000"/>
              </a:lnSpc>
              <a:spcBef>
                <a:spcPts val="0"/>
              </a:spcBef>
              <a:spcAft>
                <a:spcPts val="0"/>
              </a:spcAft>
              <a:buNone/>
            </a:pPr>
            <a:r>
              <a:t/>
            </a:r>
            <a:endParaRPr sz="3600">
              <a:latin typeface="Times New Roman"/>
              <a:ea typeface="Times New Roman"/>
              <a:cs typeface="Times New Roman"/>
              <a:sym typeface="Times New Roman"/>
            </a:endParaRPr>
          </a:p>
          <a:p>
            <a:pPr indent="-286385" lvl="0" marL="298450" marR="0" rtl="0" algn="l">
              <a:lnSpc>
                <a:spcPct val="100000"/>
              </a:lnSpc>
              <a:spcBef>
                <a:spcPts val="3025"/>
              </a:spcBef>
              <a:spcAft>
                <a:spcPts val="0"/>
              </a:spcAft>
              <a:buSzPts val="2400"/>
              <a:buFont typeface="Arial"/>
              <a:buChar char="•"/>
            </a:pPr>
            <a:r>
              <a:rPr b="1" lang="en-US" sz="2400">
                <a:latin typeface="Arial"/>
                <a:ea typeface="Arial"/>
                <a:cs typeface="Arial"/>
                <a:sym typeface="Arial"/>
              </a:rPr>
              <a:t>Problem Statement ID –SIH1594</a:t>
            </a:r>
            <a:endParaRPr sz="2400">
              <a:latin typeface="Arial"/>
              <a:ea typeface="Arial"/>
              <a:cs typeface="Arial"/>
              <a:sym typeface="Arial"/>
            </a:endParaRPr>
          </a:p>
          <a:p>
            <a:pPr indent="0" lvl="0" marL="0" marR="0" rtl="0" algn="l">
              <a:lnSpc>
                <a:spcPct val="100000"/>
              </a:lnSpc>
              <a:spcBef>
                <a:spcPts val="30"/>
              </a:spcBef>
              <a:spcAft>
                <a:spcPts val="0"/>
              </a:spcAft>
              <a:buSzPts val="2500"/>
              <a:buFont typeface="Arial"/>
              <a:buNone/>
            </a:pPr>
            <a:r>
              <a:t/>
            </a:r>
            <a:endParaRPr sz="2500">
              <a:latin typeface="Arial"/>
              <a:ea typeface="Arial"/>
              <a:cs typeface="Arial"/>
              <a:sym typeface="Arial"/>
            </a:endParaRPr>
          </a:p>
          <a:p>
            <a:pPr indent="-286385" lvl="0" marL="298450" marR="0" rtl="0" algn="l">
              <a:lnSpc>
                <a:spcPct val="100000"/>
              </a:lnSpc>
              <a:spcBef>
                <a:spcPts val="0"/>
              </a:spcBef>
              <a:spcAft>
                <a:spcPts val="0"/>
              </a:spcAft>
              <a:buSzPts val="2400"/>
              <a:buFont typeface="Arial"/>
              <a:buChar char="•"/>
            </a:pPr>
            <a:r>
              <a:rPr b="1" lang="en-US" sz="2400">
                <a:latin typeface="Arial"/>
                <a:ea typeface="Arial"/>
                <a:cs typeface="Arial"/>
                <a:sym typeface="Arial"/>
              </a:rPr>
              <a:t>Problem Statement Title-Student Innovation</a:t>
            </a:r>
            <a:endParaRPr sz="2400">
              <a:latin typeface="Arial"/>
              <a:ea typeface="Arial"/>
              <a:cs typeface="Arial"/>
              <a:sym typeface="Arial"/>
            </a:endParaRPr>
          </a:p>
          <a:p>
            <a:pPr indent="0" lvl="0" marL="0" marR="0" rtl="0" algn="l">
              <a:lnSpc>
                <a:spcPct val="100000"/>
              </a:lnSpc>
              <a:spcBef>
                <a:spcPts val="25"/>
              </a:spcBef>
              <a:spcAft>
                <a:spcPts val="0"/>
              </a:spcAft>
              <a:buSzPts val="2500"/>
              <a:buFont typeface="Arial"/>
              <a:buNone/>
            </a:pPr>
            <a:r>
              <a:t/>
            </a:r>
            <a:endParaRPr sz="2500">
              <a:latin typeface="Arial"/>
              <a:ea typeface="Arial"/>
              <a:cs typeface="Arial"/>
              <a:sym typeface="Arial"/>
            </a:endParaRPr>
          </a:p>
          <a:p>
            <a:pPr indent="-286385" lvl="0" marL="298450" marR="0" rtl="0" algn="l">
              <a:lnSpc>
                <a:spcPct val="100000"/>
              </a:lnSpc>
              <a:spcBef>
                <a:spcPts val="0"/>
              </a:spcBef>
              <a:spcAft>
                <a:spcPts val="0"/>
              </a:spcAft>
              <a:buSzPts val="2400"/>
              <a:buFont typeface="Arial"/>
              <a:buChar char="•"/>
            </a:pPr>
            <a:r>
              <a:rPr b="1" lang="en-US" sz="2400">
                <a:latin typeface="Arial"/>
                <a:ea typeface="Arial"/>
                <a:cs typeface="Arial"/>
                <a:sym typeface="Arial"/>
              </a:rPr>
              <a:t>Theme-Transportation and Logistics</a:t>
            </a:r>
            <a:endParaRPr sz="2400">
              <a:latin typeface="Arial"/>
              <a:ea typeface="Arial"/>
              <a:cs typeface="Arial"/>
              <a:sym typeface="Arial"/>
            </a:endParaRPr>
          </a:p>
          <a:p>
            <a:pPr indent="0" lvl="0" marL="0" marR="0" rtl="0" algn="l">
              <a:lnSpc>
                <a:spcPct val="100000"/>
              </a:lnSpc>
              <a:spcBef>
                <a:spcPts val="30"/>
              </a:spcBef>
              <a:spcAft>
                <a:spcPts val="0"/>
              </a:spcAft>
              <a:buSzPts val="2500"/>
              <a:buFont typeface="Arial"/>
              <a:buNone/>
            </a:pPr>
            <a:r>
              <a:t/>
            </a:r>
            <a:endParaRPr sz="2500">
              <a:latin typeface="Arial"/>
              <a:ea typeface="Arial"/>
              <a:cs typeface="Arial"/>
              <a:sym typeface="Arial"/>
            </a:endParaRPr>
          </a:p>
          <a:p>
            <a:pPr indent="-286385" lvl="0" marL="298450" marR="0" rtl="0" algn="l">
              <a:lnSpc>
                <a:spcPct val="100000"/>
              </a:lnSpc>
              <a:spcBef>
                <a:spcPts val="0"/>
              </a:spcBef>
              <a:spcAft>
                <a:spcPts val="0"/>
              </a:spcAft>
              <a:buSzPts val="2400"/>
              <a:buFont typeface="Arial"/>
              <a:buChar char="•"/>
            </a:pPr>
            <a:r>
              <a:rPr b="1" lang="en-US" sz="2400">
                <a:latin typeface="Arial"/>
                <a:ea typeface="Arial"/>
                <a:cs typeface="Arial"/>
                <a:sym typeface="Arial"/>
              </a:rPr>
              <a:t>PS Category- Software</a:t>
            </a:r>
            <a:endParaRPr sz="2400">
              <a:latin typeface="Arial"/>
              <a:ea typeface="Arial"/>
              <a:cs typeface="Arial"/>
              <a:sym typeface="Arial"/>
            </a:endParaRPr>
          </a:p>
          <a:p>
            <a:pPr indent="0" lvl="0" marL="0" marR="0" rtl="0" algn="l">
              <a:lnSpc>
                <a:spcPct val="100000"/>
              </a:lnSpc>
              <a:spcBef>
                <a:spcPts val="30"/>
              </a:spcBef>
              <a:spcAft>
                <a:spcPts val="0"/>
              </a:spcAft>
              <a:buSzPts val="2500"/>
              <a:buFont typeface="Arial"/>
              <a:buNone/>
            </a:pPr>
            <a:r>
              <a:t/>
            </a:r>
            <a:endParaRPr sz="2500">
              <a:latin typeface="Arial"/>
              <a:ea typeface="Arial"/>
              <a:cs typeface="Arial"/>
              <a:sym typeface="Arial"/>
            </a:endParaRPr>
          </a:p>
          <a:p>
            <a:pPr indent="-286385" lvl="0" marL="298450" marR="0" rtl="0" algn="l">
              <a:lnSpc>
                <a:spcPct val="100000"/>
              </a:lnSpc>
              <a:spcBef>
                <a:spcPts val="0"/>
              </a:spcBef>
              <a:spcAft>
                <a:spcPts val="0"/>
              </a:spcAft>
              <a:buSzPts val="2400"/>
              <a:buFont typeface="Arial"/>
              <a:buChar char="•"/>
            </a:pPr>
            <a:r>
              <a:rPr b="1" lang="en-US" sz="2400">
                <a:latin typeface="Arial"/>
                <a:ea typeface="Arial"/>
                <a:cs typeface="Arial"/>
                <a:sym typeface="Arial"/>
              </a:rPr>
              <a:t>Team ID-</a:t>
            </a:r>
            <a:endParaRPr sz="2400">
              <a:latin typeface="Arial"/>
              <a:ea typeface="Arial"/>
              <a:cs typeface="Arial"/>
              <a:sym typeface="Arial"/>
            </a:endParaRPr>
          </a:p>
          <a:p>
            <a:pPr indent="0" lvl="0" marL="0" marR="0" rtl="0" algn="l">
              <a:lnSpc>
                <a:spcPct val="100000"/>
              </a:lnSpc>
              <a:spcBef>
                <a:spcPts val="10"/>
              </a:spcBef>
              <a:spcAft>
                <a:spcPts val="0"/>
              </a:spcAft>
              <a:buSzPts val="2450"/>
              <a:buFont typeface="Arial"/>
              <a:buNone/>
            </a:pPr>
            <a:r>
              <a:t/>
            </a:r>
            <a:endParaRPr sz="2450">
              <a:latin typeface="Arial"/>
              <a:ea typeface="Arial"/>
              <a:cs typeface="Arial"/>
              <a:sym typeface="Arial"/>
            </a:endParaRPr>
          </a:p>
          <a:p>
            <a:pPr indent="-286385" lvl="0" marL="298450" marR="0" rtl="0" algn="l">
              <a:lnSpc>
                <a:spcPct val="100000"/>
              </a:lnSpc>
              <a:spcBef>
                <a:spcPts val="0"/>
              </a:spcBef>
              <a:spcAft>
                <a:spcPts val="0"/>
              </a:spcAft>
              <a:buSzPts val="2400"/>
              <a:buFont typeface="Arial"/>
              <a:buChar char="•"/>
            </a:pPr>
            <a:r>
              <a:rPr b="1" lang="en-US" sz="2400">
                <a:latin typeface="Arial"/>
                <a:ea typeface="Arial"/>
                <a:cs typeface="Arial"/>
                <a:sym typeface="Arial"/>
              </a:rPr>
              <a:t>Team Name-Park Lordz</a:t>
            </a:r>
            <a:endParaRPr sz="2400">
              <a:latin typeface="Arial"/>
              <a:ea typeface="Arial"/>
              <a:cs typeface="Arial"/>
              <a:sym typeface="Arial"/>
            </a:endParaRPr>
          </a:p>
        </p:txBody>
      </p:sp>
      <p:pic>
        <p:nvPicPr>
          <p:cNvPr id="50" name="Google Shape;50;p7"/>
          <p:cNvPicPr preferRelativeResize="0"/>
          <p:nvPr/>
        </p:nvPicPr>
        <p:blipFill rotWithShape="1">
          <a:blip r:embed="rId4">
            <a:alphaModFix/>
          </a:blip>
          <a:srcRect b="0" l="0" r="0" t="0"/>
          <a:stretch/>
        </p:blipFill>
        <p:spPr>
          <a:xfrm>
            <a:off x="9877425" y="0"/>
            <a:ext cx="2247900" cy="11525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8"/>
          <p:cNvSpPr txBox="1"/>
          <p:nvPr>
            <p:ph type="title"/>
          </p:nvPr>
        </p:nvSpPr>
        <p:spPr>
          <a:xfrm>
            <a:off x="1396050" y="134865"/>
            <a:ext cx="8498100" cy="1121700"/>
          </a:xfrm>
          <a:prstGeom prst="rect">
            <a:avLst/>
          </a:prstGeom>
          <a:noFill/>
          <a:ln>
            <a:noFill/>
          </a:ln>
        </p:spPr>
        <p:txBody>
          <a:bodyPr anchorCtr="0" anchor="t" bIns="0" lIns="0" spcFirstLastPara="1" rIns="0" wrap="square" tIns="8875">
            <a:spAutoFit/>
          </a:bodyPr>
          <a:lstStyle/>
          <a:p>
            <a:pPr indent="-1791970" lvl="0" marL="1804670" marR="5080" rtl="0" algn="l">
              <a:lnSpc>
                <a:spcPct val="100800"/>
              </a:lnSpc>
              <a:spcBef>
                <a:spcPts val="0"/>
              </a:spcBef>
              <a:spcAft>
                <a:spcPts val="0"/>
              </a:spcAft>
              <a:buNone/>
            </a:pPr>
            <a:r>
              <a:rPr lang="en-US"/>
              <a:t>ONLINE APPLICATION FOR PARKING  SLOT REGISTRATION</a:t>
            </a:r>
            <a:endParaRPr/>
          </a:p>
        </p:txBody>
      </p:sp>
      <p:sp>
        <p:nvSpPr>
          <p:cNvPr id="56" name="Google Shape;56;p8"/>
          <p:cNvSpPr txBox="1"/>
          <p:nvPr/>
        </p:nvSpPr>
        <p:spPr>
          <a:xfrm>
            <a:off x="233300" y="1949049"/>
            <a:ext cx="12044700" cy="3491100"/>
          </a:xfrm>
          <a:prstGeom prst="rect">
            <a:avLst/>
          </a:prstGeom>
          <a:noFill/>
          <a:ln>
            <a:noFill/>
          </a:ln>
        </p:spPr>
        <p:txBody>
          <a:bodyPr anchorCtr="0" anchor="t" bIns="0" lIns="0" spcFirstLastPara="1" rIns="0" wrap="square" tIns="15875">
            <a:spAutoFit/>
          </a:bodyPr>
          <a:lstStyle/>
          <a:p>
            <a:pPr indent="-343535" lvl="0" marL="355600" marR="0" rtl="0" algn="l">
              <a:lnSpc>
                <a:spcPct val="100000"/>
              </a:lnSpc>
              <a:spcBef>
                <a:spcPts val="0"/>
              </a:spcBef>
              <a:spcAft>
                <a:spcPts val="0"/>
              </a:spcAft>
              <a:buSzPts val="2750"/>
              <a:buFont typeface="Arial"/>
              <a:buChar char="•"/>
            </a:pPr>
            <a:r>
              <a:rPr lang="en-US" sz="2750">
                <a:latin typeface="Arial"/>
                <a:ea typeface="Arial"/>
                <a:cs typeface="Arial"/>
                <a:sym typeface="Arial"/>
              </a:rPr>
              <a:t>To develop an online application for parking slot registration</a:t>
            </a:r>
            <a:endParaRPr sz="2750">
              <a:latin typeface="Arial"/>
              <a:ea typeface="Arial"/>
              <a:cs typeface="Arial"/>
              <a:sym typeface="Arial"/>
            </a:endParaRPr>
          </a:p>
          <a:p>
            <a:pPr indent="0" lvl="0" marL="0" marR="0" rtl="0" algn="l">
              <a:lnSpc>
                <a:spcPct val="100000"/>
              </a:lnSpc>
              <a:spcBef>
                <a:spcPts val="45"/>
              </a:spcBef>
              <a:spcAft>
                <a:spcPts val="0"/>
              </a:spcAft>
              <a:buSzPts val="2900"/>
              <a:buFont typeface="Arial"/>
              <a:buNone/>
            </a:pPr>
            <a:r>
              <a:t/>
            </a:r>
            <a:endParaRPr sz="2900">
              <a:latin typeface="Arial"/>
              <a:ea typeface="Arial"/>
              <a:cs typeface="Arial"/>
              <a:sym typeface="Arial"/>
            </a:endParaRPr>
          </a:p>
          <a:p>
            <a:pPr indent="-343535" lvl="0" marL="355600" marR="10795" rtl="0" algn="just">
              <a:lnSpc>
                <a:spcPct val="102400"/>
              </a:lnSpc>
              <a:spcBef>
                <a:spcPts val="0"/>
              </a:spcBef>
              <a:spcAft>
                <a:spcPts val="0"/>
              </a:spcAft>
              <a:buSzPts val="2750"/>
              <a:buFont typeface="Arial"/>
              <a:buChar char="•"/>
            </a:pPr>
            <a:r>
              <a:rPr lang="en-US" sz="2750">
                <a:latin typeface="Arial"/>
                <a:ea typeface="Arial"/>
                <a:cs typeface="Arial"/>
                <a:sym typeface="Arial"/>
              </a:rPr>
              <a:t>To make parking more compatible by providing information about the  parking slots availability</a:t>
            </a:r>
            <a:endParaRPr sz="2750">
              <a:latin typeface="Arial"/>
              <a:ea typeface="Arial"/>
              <a:cs typeface="Arial"/>
              <a:sym typeface="Arial"/>
            </a:endParaRPr>
          </a:p>
          <a:p>
            <a:pPr indent="0" lvl="0" marL="0" marR="0" rtl="0" algn="l">
              <a:lnSpc>
                <a:spcPct val="100000"/>
              </a:lnSpc>
              <a:spcBef>
                <a:spcPts val="30"/>
              </a:spcBef>
              <a:spcAft>
                <a:spcPts val="0"/>
              </a:spcAft>
              <a:buSzPts val="2850"/>
              <a:buFont typeface="Arial"/>
              <a:buNone/>
            </a:pPr>
            <a:r>
              <a:t/>
            </a:r>
            <a:endParaRPr sz="2850">
              <a:latin typeface="Arial"/>
              <a:ea typeface="Arial"/>
              <a:cs typeface="Arial"/>
              <a:sym typeface="Arial"/>
            </a:endParaRPr>
          </a:p>
          <a:p>
            <a:pPr indent="-343535" lvl="0" marL="355600" marR="5080" rtl="0" algn="just">
              <a:lnSpc>
                <a:spcPct val="102400"/>
              </a:lnSpc>
              <a:spcBef>
                <a:spcPts val="0"/>
              </a:spcBef>
              <a:spcAft>
                <a:spcPts val="0"/>
              </a:spcAft>
              <a:buSzPts val="2750"/>
              <a:buFont typeface="Arial"/>
              <a:buChar char="•"/>
            </a:pPr>
            <a:r>
              <a:rPr lang="en-US" sz="2750">
                <a:latin typeface="Arial"/>
                <a:ea typeface="Arial"/>
                <a:cs typeface="Arial"/>
                <a:sym typeface="Arial"/>
              </a:rPr>
              <a:t>Making our application more user  friendly by adding the  features like  wake up call before 15 mins of booking time and providing slot’s live route  in the tickets which will be in QR form</a:t>
            </a:r>
            <a:endParaRPr sz="2750">
              <a:latin typeface="Arial"/>
              <a:ea typeface="Arial"/>
              <a:cs typeface="Arial"/>
              <a:sym typeface="Arial"/>
            </a:endParaRPr>
          </a:p>
        </p:txBody>
      </p:sp>
      <p:sp>
        <p:nvSpPr>
          <p:cNvPr id="57" name="Google Shape;57;p8"/>
          <p:cNvSpPr/>
          <p:nvPr/>
        </p:nvSpPr>
        <p:spPr>
          <a:xfrm>
            <a:off x="147637" y="109601"/>
            <a:ext cx="1248410" cy="809625"/>
          </a:xfrm>
          <a:custGeom>
            <a:rect b="b" l="l" r="r" t="t"/>
            <a:pathLst>
              <a:path extrusionOk="0" h="809625" w="1248410">
                <a:moveTo>
                  <a:pt x="0" y="404749"/>
                </a:moveTo>
                <a:lnTo>
                  <a:pt x="10051" y="331999"/>
                </a:lnTo>
                <a:lnTo>
                  <a:pt x="39031" y="263525"/>
                </a:lnTo>
                <a:lnTo>
                  <a:pt x="60069" y="231249"/>
                </a:lnTo>
                <a:lnTo>
                  <a:pt x="85178" y="200471"/>
                </a:lnTo>
                <a:lnTo>
                  <a:pt x="114139" y="171334"/>
                </a:lnTo>
                <a:lnTo>
                  <a:pt x="146730" y="143981"/>
                </a:lnTo>
                <a:lnTo>
                  <a:pt x="182732" y="118554"/>
                </a:lnTo>
                <a:lnTo>
                  <a:pt x="221924" y="95197"/>
                </a:lnTo>
                <a:lnTo>
                  <a:pt x="264087" y="74052"/>
                </a:lnTo>
                <a:lnTo>
                  <a:pt x="308999" y="55263"/>
                </a:lnTo>
                <a:lnTo>
                  <a:pt x="356441" y="38973"/>
                </a:lnTo>
                <a:lnTo>
                  <a:pt x="406192" y="25324"/>
                </a:lnTo>
                <a:lnTo>
                  <a:pt x="458033" y="14459"/>
                </a:lnTo>
                <a:lnTo>
                  <a:pt x="511742" y="6521"/>
                </a:lnTo>
                <a:lnTo>
                  <a:pt x="567100" y="1654"/>
                </a:lnTo>
                <a:lnTo>
                  <a:pt x="623887" y="0"/>
                </a:lnTo>
                <a:lnTo>
                  <a:pt x="680674" y="1654"/>
                </a:lnTo>
                <a:lnTo>
                  <a:pt x="736034" y="6521"/>
                </a:lnTo>
                <a:lnTo>
                  <a:pt x="789746" y="14459"/>
                </a:lnTo>
                <a:lnTo>
                  <a:pt x="841590" y="25324"/>
                </a:lnTo>
                <a:lnTo>
                  <a:pt x="891345" y="38973"/>
                </a:lnTo>
                <a:lnTo>
                  <a:pt x="938791" y="55263"/>
                </a:lnTo>
                <a:lnTo>
                  <a:pt x="983709" y="74052"/>
                </a:lnTo>
                <a:lnTo>
                  <a:pt x="1025876" y="95197"/>
                </a:lnTo>
                <a:lnTo>
                  <a:pt x="1065074" y="118554"/>
                </a:lnTo>
                <a:lnTo>
                  <a:pt x="1101081" y="143981"/>
                </a:lnTo>
                <a:lnTo>
                  <a:pt x="1133677" y="171334"/>
                </a:lnTo>
                <a:lnTo>
                  <a:pt x="1162643" y="200471"/>
                </a:lnTo>
                <a:lnTo>
                  <a:pt x="1187756" y="231249"/>
                </a:lnTo>
                <a:lnTo>
                  <a:pt x="1208798" y="263525"/>
                </a:lnTo>
                <a:lnTo>
                  <a:pt x="1237784" y="331999"/>
                </a:lnTo>
                <a:lnTo>
                  <a:pt x="1247838" y="404749"/>
                </a:lnTo>
                <a:lnTo>
                  <a:pt x="1245288" y="441588"/>
                </a:lnTo>
                <a:lnTo>
                  <a:pt x="1225547" y="512350"/>
                </a:lnTo>
                <a:lnTo>
                  <a:pt x="1187756" y="578272"/>
                </a:lnTo>
                <a:lnTo>
                  <a:pt x="1162643" y="609059"/>
                </a:lnTo>
                <a:lnTo>
                  <a:pt x="1133677" y="638206"/>
                </a:lnTo>
                <a:lnTo>
                  <a:pt x="1101081" y="665569"/>
                </a:lnTo>
                <a:lnTo>
                  <a:pt x="1065074" y="691006"/>
                </a:lnTo>
                <a:lnTo>
                  <a:pt x="1025876" y="714374"/>
                </a:lnTo>
                <a:lnTo>
                  <a:pt x="983709" y="735529"/>
                </a:lnTo>
                <a:lnTo>
                  <a:pt x="938791" y="754328"/>
                </a:lnTo>
                <a:lnTo>
                  <a:pt x="891345" y="770627"/>
                </a:lnTo>
                <a:lnTo>
                  <a:pt x="841590" y="784284"/>
                </a:lnTo>
                <a:lnTo>
                  <a:pt x="789746" y="795156"/>
                </a:lnTo>
                <a:lnTo>
                  <a:pt x="736034" y="803099"/>
                </a:lnTo>
                <a:lnTo>
                  <a:pt x="680674" y="807969"/>
                </a:lnTo>
                <a:lnTo>
                  <a:pt x="623887" y="809625"/>
                </a:lnTo>
                <a:lnTo>
                  <a:pt x="567100" y="807969"/>
                </a:lnTo>
                <a:lnTo>
                  <a:pt x="511742" y="803099"/>
                </a:lnTo>
                <a:lnTo>
                  <a:pt x="458033" y="795156"/>
                </a:lnTo>
                <a:lnTo>
                  <a:pt x="406192" y="784284"/>
                </a:lnTo>
                <a:lnTo>
                  <a:pt x="356441" y="770627"/>
                </a:lnTo>
                <a:lnTo>
                  <a:pt x="308999" y="754328"/>
                </a:lnTo>
                <a:lnTo>
                  <a:pt x="264087" y="735529"/>
                </a:lnTo>
                <a:lnTo>
                  <a:pt x="221924" y="714374"/>
                </a:lnTo>
                <a:lnTo>
                  <a:pt x="182732" y="691007"/>
                </a:lnTo>
                <a:lnTo>
                  <a:pt x="146730" y="665569"/>
                </a:lnTo>
                <a:lnTo>
                  <a:pt x="114139" y="638206"/>
                </a:lnTo>
                <a:lnTo>
                  <a:pt x="85178" y="609059"/>
                </a:lnTo>
                <a:lnTo>
                  <a:pt x="60069" y="578272"/>
                </a:lnTo>
                <a:lnTo>
                  <a:pt x="39031" y="545988"/>
                </a:lnTo>
                <a:lnTo>
                  <a:pt x="10051" y="477503"/>
                </a:lnTo>
                <a:lnTo>
                  <a:pt x="0" y="404749"/>
                </a:lnTo>
                <a:close/>
              </a:path>
            </a:pathLst>
          </a:custGeom>
          <a:noFill/>
          <a:ln cap="flat" cmpd="sng" w="25400">
            <a:solidFill>
              <a:srgbClr val="8063A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58" name="Google Shape;58;p8"/>
          <p:cNvSpPr txBox="1"/>
          <p:nvPr/>
        </p:nvSpPr>
        <p:spPr>
          <a:xfrm>
            <a:off x="469265" y="214566"/>
            <a:ext cx="598170" cy="567690"/>
          </a:xfrm>
          <a:prstGeom prst="rect">
            <a:avLst/>
          </a:prstGeom>
          <a:noFill/>
          <a:ln>
            <a:noFill/>
          </a:ln>
        </p:spPr>
        <p:txBody>
          <a:bodyPr anchorCtr="0" anchor="t" bIns="0" lIns="0" spcFirstLastPara="1" rIns="0" wrap="square" tIns="27925">
            <a:spAutoFit/>
          </a:bodyPr>
          <a:lstStyle/>
          <a:p>
            <a:pPr indent="50800" lvl="0" marL="12700" marR="5080" rtl="0" algn="l">
              <a:lnSpc>
                <a:spcPct val="116666"/>
              </a:lnSpc>
              <a:spcBef>
                <a:spcPts val="0"/>
              </a:spcBef>
              <a:spcAft>
                <a:spcPts val="0"/>
              </a:spcAft>
              <a:buNone/>
            </a:pPr>
            <a:r>
              <a:rPr lang="en-US" sz="1800">
                <a:latin typeface="Arial"/>
                <a:ea typeface="Arial"/>
                <a:cs typeface="Arial"/>
                <a:sym typeface="Arial"/>
              </a:rPr>
              <a:t>Park  Lordz</a:t>
            </a:r>
            <a:endParaRPr sz="1800">
              <a:latin typeface="Arial"/>
              <a:ea typeface="Arial"/>
              <a:cs typeface="Arial"/>
              <a:sym typeface="Arial"/>
            </a:endParaRPr>
          </a:p>
        </p:txBody>
      </p:sp>
      <p:pic>
        <p:nvPicPr>
          <p:cNvPr id="59" name="Google Shape;59;p8"/>
          <p:cNvPicPr preferRelativeResize="0"/>
          <p:nvPr/>
        </p:nvPicPr>
        <p:blipFill rotWithShape="1">
          <a:blip r:embed="rId3">
            <a:alphaModFix/>
          </a:blip>
          <a:srcRect b="0" l="0" r="0" t="0"/>
          <a:stretch/>
        </p:blipFill>
        <p:spPr>
          <a:xfrm>
            <a:off x="10001250" y="76200"/>
            <a:ext cx="2143125" cy="990600"/>
          </a:xfrm>
          <a:prstGeom prst="rect">
            <a:avLst/>
          </a:prstGeom>
          <a:noFill/>
          <a:ln>
            <a:noFill/>
          </a:ln>
        </p:spPr>
      </p:pic>
      <p:sp>
        <p:nvSpPr>
          <p:cNvPr id="60" name="Google Shape;60;p8"/>
          <p:cNvSpPr txBox="1"/>
          <p:nvPr>
            <p:ph idx="11" type="ftr"/>
          </p:nvPr>
        </p:nvSpPr>
        <p:spPr>
          <a:xfrm>
            <a:off x="5320919" y="6405041"/>
            <a:ext cx="1869300" cy="227100"/>
          </a:xfrm>
          <a:prstGeom prst="rect">
            <a:avLst/>
          </a:prstGeom>
          <a:noFill/>
          <a:ln>
            <a:noFill/>
          </a:ln>
        </p:spPr>
        <p:txBody>
          <a:bodyPr anchorCtr="0" anchor="t" bIns="0" lIns="0" spcFirstLastPara="1" rIns="0" wrap="square" tIns="41900">
            <a:spAutoFit/>
          </a:bodyPr>
          <a:lstStyle/>
          <a:p>
            <a:pPr indent="0" lvl="0" marL="12700" rtl="0" algn="l">
              <a:lnSpc>
                <a:spcPct val="100000"/>
              </a:lnSpc>
              <a:spcBef>
                <a:spcPts val="0"/>
              </a:spcBef>
              <a:spcAft>
                <a:spcPts val="0"/>
              </a:spcAft>
              <a:buNone/>
            </a:pPr>
            <a:r>
              <a:rPr lang="en-US"/>
              <a:t>@SIH 1594</a:t>
            </a:r>
            <a:endParaRPr/>
          </a:p>
        </p:txBody>
      </p:sp>
      <p:sp>
        <p:nvSpPr>
          <p:cNvPr id="61" name="Google Shape;61;p8"/>
          <p:cNvSpPr txBox="1"/>
          <p:nvPr/>
        </p:nvSpPr>
        <p:spPr>
          <a:xfrm>
            <a:off x="11382629" y="6405041"/>
            <a:ext cx="154940" cy="251460"/>
          </a:xfrm>
          <a:prstGeom prst="rect">
            <a:avLst/>
          </a:prstGeom>
          <a:noFill/>
          <a:ln>
            <a:noFill/>
          </a:ln>
        </p:spPr>
        <p:txBody>
          <a:bodyPr anchorCtr="0" anchor="t" bIns="0" lIns="0" spcFirstLastPara="1" rIns="0" wrap="square" tIns="41900">
            <a:spAutoFit/>
          </a:bodyPr>
          <a:lstStyle/>
          <a:p>
            <a:pPr indent="0" lvl="0" marL="38100" marR="0" rtl="0" algn="l">
              <a:lnSpc>
                <a:spcPct val="100000"/>
              </a:lnSpc>
              <a:spcBef>
                <a:spcPts val="0"/>
              </a:spcBef>
              <a:spcAft>
                <a:spcPts val="0"/>
              </a:spcAft>
              <a:buNone/>
            </a:pPr>
            <a:fld id="{00000000-1234-1234-1234-123412341234}" type="slidenum">
              <a:rPr b="1" lang="en-US" sz="1200">
                <a:solidFill>
                  <a:srgbClr val="FFFFFF"/>
                </a:solidFill>
                <a:latin typeface="Arial"/>
                <a:ea typeface="Arial"/>
                <a:cs typeface="Arial"/>
                <a:sym typeface="Arial"/>
              </a:rPr>
              <a:t>‹#›</a:t>
            </a:fld>
            <a:endParaRPr sz="1200">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grpSp>
        <p:nvGrpSpPr>
          <p:cNvPr id="66" name="Google Shape;66;p9"/>
          <p:cNvGrpSpPr/>
          <p:nvPr/>
        </p:nvGrpSpPr>
        <p:grpSpPr>
          <a:xfrm>
            <a:off x="490450" y="2751111"/>
            <a:ext cx="2795651" cy="719137"/>
            <a:chOff x="552450" y="2905061"/>
            <a:chExt cx="2795651" cy="719137"/>
          </a:xfrm>
        </p:grpSpPr>
        <p:pic>
          <p:nvPicPr>
            <p:cNvPr id="67" name="Google Shape;67;p9"/>
            <p:cNvPicPr preferRelativeResize="0"/>
            <p:nvPr/>
          </p:nvPicPr>
          <p:blipFill rotWithShape="1">
            <a:blip r:embed="rId3">
              <a:alphaModFix/>
            </a:blip>
            <a:srcRect b="0" l="0" r="0" t="0"/>
            <a:stretch/>
          </p:blipFill>
          <p:spPr>
            <a:xfrm>
              <a:off x="552450" y="2905061"/>
              <a:ext cx="2795651" cy="700087"/>
            </a:xfrm>
            <a:prstGeom prst="rect">
              <a:avLst/>
            </a:prstGeom>
            <a:noFill/>
            <a:ln>
              <a:noFill/>
            </a:ln>
          </p:spPr>
        </p:pic>
        <p:pic>
          <p:nvPicPr>
            <p:cNvPr id="68" name="Google Shape;68;p9"/>
            <p:cNvPicPr preferRelativeResize="0"/>
            <p:nvPr/>
          </p:nvPicPr>
          <p:blipFill rotWithShape="1">
            <a:blip r:embed="rId4">
              <a:alphaModFix/>
            </a:blip>
            <a:srcRect b="0" l="0" r="0" t="0"/>
            <a:stretch/>
          </p:blipFill>
          <p:spPr>
            <a:xfrm>
              <a:off x="1285875" y="2943161"/>
              <a:ext cx="1319149" cy="681037"/>
            </a:xfrm>
            <a:prstGeom prst="rect">
              <a:avLst/>
            </a:prstGeom>
            <a:noFill/>
            <a:ln>
              <a:noFill/>
            </a:ln>
          </p:spPr>
        </p:pic>
        <p:pic>
          <p:nvPicPr>
            <p:cNvPr id="69" name="Google Shape;69;p9"/>
            <p:cNvPicPr preferRelativeResize="0"/>
            <p:nvPr/>
          </p:nvPicPr>
          <p:blipFill rotWithShape="1">
            <a:blip r:embed="rId5">
              <a:alphaModFix/>
            </a:blip>
            <a:srcRect b="0" l="0" r="0" t="0"/>
            <a:stretch/>
          </p:blipFill>
          <p:spPr>
            <a:xfrm>
              <a:off x="614362" y="2948050"/>
              <a:ext cx="2676588" cy="581025"/>
            </a:xfrm>
            <a:prstGeom prst="rect">
              <a:avLst/>
            </a:prstGeom>
            <a:noFill/>
            <a:ln>
              <a:noFill/>
            </a:ln>
          </p:spPr>
        </p:pic>
        <p:sp>
          <p:nvSpPr>
            <p:cNvPr id="70" name="Google Shape;70;p9"/>
            <p:cNvSpPr/>
            <p:nvPr/>
          </p:nvSpPr>
          <p:spPr>
            <a:xfrm>
              <a:off x="614362" y="2948050"/>
              <a:ext cx="2677160" cy="581025"/>
            </a:xfrm>
            <a:custGeom>
              <a:rect b="b" l="l" r="r" t="t"/>
              <a:pathLst>
                <a:path extrusionOk="0" h="581025" w="2677160">
                  <a:moveTo>
                    <a:pt x="0" y="290449"/>
                  </a:moveTo>
                  <a:lnTo>
                    <a:pt x="17515" y="243338"/>
                  </a:lnTo>
                  <a:lnTo>
                    <a:pt x="47804" y="213239"/>
                  </a:lnTo>
                  <a:lnTo>
                    <a:pt x="92029" y="184392"/>
                  </a:lnTo>
                  <a:lnTo>
                    <a:pt x="149374" y="156975"/>
                  </a:lnTo>
                  <a:lnTo>
                    <a:pt x="219023" y="131164"/>
                  </a:lnTo>
                  <a:lnTo>
                    <a:pt x="258207" y="118917"/>
                  </a:lnTo>
                  <a:lnTo>
                    <a:pt x="300160" y="107138"/>
                  </a:lnTo>
                  <a:lnTo>
                    <a:pt x="344781" y="95850"/>
                  </a:lnTo>
                  <a:lnTo>
                    <a:pt x="391968" y="85074"/>
                  </a:lnTo>
                  <a:lnTo>
                    <a:pt x="441618" y="74832"/>
                  </a:lnTo>
                  <a:lnTo>
                    <a:pt x="493630" y="65148"/>
                  </a:lnTo>
                  <a:lnTo>
                    <a:pt x="547902" y="56042"/>
                  </a:lnTo>
                  <a:lnTo>
                    <a:pt x="604331" y="47538"/>
                  </a:lnTo>
                  <a:lnTo>
                    <a:pt x="662815" y="39656"/>
                  </a:lnTo>
                  <a:lnTo>
                    <a:pt x="723253" y="32421"/>
                  </a:lnTo>
                  <a:lnTo>
                    <a:pt x="785543" y="25853"/>
                  </a:lnTo>
                  <a:lnTo>
                    <a:pt x="849582" y="19974"/>
                  </a:lnTo>
                  <a:lnTo>
                    <a:pt x="915268" y="14808"/>
                  </a:lnTo>
                  <a:lnTo>
                    <a:pt x="982499" y="10375"/>
                  </a:lnTo>
                  <a:lnTo>
                    <a:pt x="1051173" y="6699"/>
                  </a:lnTo>
                  <a:lnTo>
                    <a:pt x="1121189" y="3801"/>
                  </a:lnTo>
                  <a:lnTo>
                    <a:pt x="1192444" y="1704"/>
                  </a:lnTo>
                  <a:lnTo>
                    <a:pt x="1264835" y="429"/>
                  </a:lnTo>
                  <a:lnTo>
                    <a:pt x="1338262" y="0"/>
                  </a:lnTo>
                  <a:lnTo>
                    <a:pt x="1411692" y="429"/>
                  </a:lnTo>
                  <a:lnTo>
                    <a:pt x="1484088" y="1704"/>
                  </a:lnTo>
                  <a:lnTo>
                    <a:pt x="1555346" y="3801"/>
                  </a:lnTo>
                  <a:lnTo>
                    <a:pt x="1625365" y="6699"/>
                  </a:lnTo>
                  <a:lnTo>
                    <a:pt x="1694043" y="10375"/>
                  </a:lnTo>
                  <a:lnTo>
                    <a:pt x="1761278" y="14808"/>
                  </a:lnTo>
                  <a:lnTo>
                    <a:pt x="1826967" y="19974"/>
                  </a:lnTo>
                  <a:lnTo>
                    <a:pt x="1891009" y="25853"/>
                  </a:lnTo>
                  <a:lnTo>
                    <a:pt x="1953301" y="32421"/>
                  </a:lnTo>
                  <a:lnTo>
                    <a:pt x="2013742" y="39656"/>
                  </a:lnTo>
                  <a:lnTo>
                    <a:pt x="2072229" y="47538"/>
                  </a:lnTo>
                  <a:lnTo>
                    <a:pt x="2128661" y="56042"/>
                  </a:lnTo>
                  <a:lnTo>
                    <a:pt x="2182935" y="65148"/>
                  </a:lnTo>
                  <a:lnTo>
                    <a:pt x="2234950" y="74832"/>
                  </a:lnTo>
                  <a:lnTo>
                    <a:pt x="2284603" y="85074"/>
                  </a:lnTo>
                  <a:lnTo>
                    <a:pt x="2331791" y="95850"/>
                  </a:lnTo>
                  <a:lnTo>
                    <a:pt x="2376414" y="107138"/>
                  </a:lnTo>
                  <a:lnTo>
                    <a:pt x="2418370" y="118917"/>
                  </a:lnTo>
                  <a:lnTo>
                    <a:pt x="2457555" y="131164"/>
                  </a:lnTo>
                  <a:lnTo>
                    <a:pt x="2493868" y="143858"/>
                  </a:lnTo>
                  <a:lnTo>
                    <a:pt x="2557470" y="170494"/>
                  </a:lnTo>
                  <a:lnTo>
                    <a:pt x="2608360" y="198648"/>
                  </a:lnTo>
                  <a:lnTo>
                    <a:pt x="2645720" y="228143"/>
                  </a:lnTo>
                  <a:lnTo>
                    <a:pt x="2668735" y="258803"/>
                  </a:lnTo>
                  <a:lnTo>
                    <a:pt x="2676588" y="290449"/>
                  </a:lnTo>
                  <a:lnTo>
                    <a:pt x="2674608" y="306384"/>
                  </a:lnTo>
                  <a:lnTo>
                    <a:pt x="2645720" y="352760"/>
                  </a:lnTo>
                  <a:lnTo>
                    <a:pt x="2608360" y="382262"/>
                  </a:lnTo>
                  <a:lnTo>
                    <a:pt x="2557470" y="410426"/>
                  </a:lnTo>
                  <a:lnTo>
                    <a:pt x="2493868" y="437072"/>
                  </a:lnTo>
                  <a:lnTo>
                    <a:pt x="2457555" y="449771"/>
                  </a:lnTo>
                  <a:lnTo>
                    <a:pt x="2418370" y="462024"/>
                  </a:lnTo>
                  <a:lnTo>
                    <a:pt x="2376414" y="473810"/>
                  </a:lnTo>
                  <a:lnTo>
                    <a:pt x="2331791" y="485104"/>
                  </a:lnTo>
                  <a:lnTo>
                    <a:pt x="2284603" y="495887"/>
                  </a:lnTo>
                  <a:lnTo>
                    <a:pt x="2234950" y="506135"/>
                  </a:lnTo>
                  <a:lnTo>
                    <a:pt x="2182935" y="515825"/>
                  </a:lnTo>
                  <a:lnTo>
                    <a:pt x="2128661" y="524937"/>
                  </a:lnTo>
                  <a:lnTo>
                    <a:pt x="2072229" y="533448"/>
                  </a:lnTo>
                  <a:lnTo>
                    <a:pt x="2013742" y="541335"/>
                  </a:lnTo>
                  <a:lnTo>
                    <a:pt x="1953301" y="548576"/>
                  </a:lnTo>
                  <a:lnTo>
                    <a:pt x="1891009" y="555149"/>
                  </a:lnTo>
                  <a:lnTo>
                    <a:pt x="1826967" y="561032"/>
                  </a:lnTo>
                  <a:lnTo>
                    <a:pt x="1761278" y="566203"/>
                  </a:lnTo>
                  <a:lnTo>
                    <a:pt x="1694043" y="570639"/>
                  </a:lnTo>
                  <a:lnTo>
                    <a:pt x="1625365" y="574319"/>
                  </a:lnTo>
                  <a:lnTo>
                    <a:pt x="1555346" y="577219"/>
                  </a:lnTo>
                  <a:lnTo>
                    <a:pt x="1484088" y="579318"/>
                  </a:lnTo>
                  <a:lnTo>
                    <a:pt x="1411692" y="580594"/>
                  </a:lnTo>
                  <a:lnTo>
                    <a:pt x="1338262" y="581025"/>
                  </a:lnTo>
                  <a:lnTo>
                    <a:pt x="1264835" y="580594"/>
                  </a:lnTo>
                  <a:lnTo>
                    <a:pt x="1192444" y="579318"/>
                  </a:lnTo>
                  <a:lnTo>
                    <a:pt x="1121189" y="577219"/>
                  </a:lnTo>
                  <a:lnTo>
                    <a:pt x="1051173" y="574319"/>
                  </a:lnTo>
                  <a:lnTo>
                    <a:pt x="982499" y="570639"/>
                  </a:lnTo>
                  <a:lnTo>
                    <a:pt x="915268" y="566203"/>
                  </a:lnTo>
                  <a:lnTo>
                    <a:pt x="849582" y="561032"/>
                  </a:lnTo>
                  <a:lnTo>
                    <a:pt x="785543" y="555149"/>
                  </a:lnTo>
                  <a:lnTo>
                    <a:pt x="723253" y="548576"/>
                  </a:lnTo>
                  <a:lnTo>
                    <a:pt x="662815" y="541335"/>
                  </a:lnTo>
                  <a:lnTo>
                    <a:pt x="604331" y="533448"/>
                  </a:lnTo>
                  <a:lnTo>
                    <a:pt x="547902" y="524937"/>
                  </a:lnTo>
                  <a:lnTo>
                    <a:pt x="493630" y="515825"/>
                  </a:lnTo>
                  <a:lnTo>
                    <a:pt x="441618" y="506135"/>
                  </a:lnTo>
                  <a:lnTo>
                    <a:pt x="391968" y="495887"/>
                  </a:lnTo>
                  <a:lnTo>
                    <a:pt x="344781" y="485104"/>
                  </a:lnTo>
                  <a:lnTo>
                    <a:pt x="300160" y="473810"/>
                  </a:lnTo>
                  <a:lnTo>
                    <a:pt x="258207" y="462024"/>
                  </a:lnTo>
                  <a:lnTo>
                    <a:pt x="219023" y="449771"/>
                  </a:lnTo>
                  <a:lnTo>
                    <a:pt x="182712" y="437072"/>
                  </a:lnTo>
                  <a:lnTo>
                    <a:pt x="119112" y="410426"/>
                  </a:lnTo>
                  <a:lnTo>
                    <a:pt x="68225" y="382262"/>
                  </a:lnTo>
                  <a:lnTo>
                    <a:pt x="30866" y="352760"/>
                  </a:lnTo>
                  <a:lnTo>
                    <a:pt x="7852" y="322096"/>
                  </a:lnTo>
                  <a:lnTo>
                    <a:pt x="0" y="290449"/>
                  </a:lnTo>
                  <a:close/>
                </a:path>
              </a:pathLst>
            </a:custGeom>
            <a:noFill/>
            <a:ln cap="flat" cmpd="sng" w="9525">
              <a:solidFill>
                <a:srgbClr val="497CB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71" name="Google Shape;71;p9"/>
          <p:cNvSpPr txBox="1"/>
          <p:nvPr>
            <p:ph type="title"/>
          </p:nvPr>
        </p:nvSpPr>
        <p:spPr>
          <a:xfrm>
            <a:off x="3344544" y="185419"/>
            <a:ext cx="5502910" cy="575310"/>
          </a:xfrm>
          <a:prstGeom prst="rect">
            <a:avLst/>
          </a:prstGeom>
          <a:noFill/>
          <a:ln>
            <a:noFill/>
          </a:ln>
        </p:spPr>
        <p:txBody>
          <a:bodyPr anchorCtr="0" anchor="t" bIns="0" lIns="0" spcFirstLastPara="1" rIns="0" wrap="square" tIns="13325">
            <a:spAutoFit/>
          </a:bodyPr>
          <a:lstStyle/>
          <a:p>
            <a:pPr indent="0" lvl="0" marL="17145" rtl="0" algn="l">
              <a:lnSpc>
                <a:spcPct val="100000"/>
              </a:lnSpc>
              <a:spcBef>
                <a:spcPts val="0"/>
              </a:spcBef>
              <a:spcAft>
                <a:spcPts val="0"/>
              </a:spcAft>
              <a:buNone/>
            </a:pPr>
            <a:r>
              <a:rPr lang="en-US"/>
              <a:t>TECHNICAL APPROACH</a:t>
            </a:r>
            <a:endParaRPr/>
          </a:p>
        </p:txBody>
      </p:sp>
      <p:sp>
        <p:nvSpPr>
          <p:cNvPr id="72" name="Google Shape;72;p9"/>
          <p:cNvSpPr txBox="1"/>
          <p:nvPr>
            <p:ph idx="1" type="body"/>
          </p:nvPr>
        </p:nvSpPr>
        <p:spPr>
          <a:xfrm>
            <a:off x="599175" y="996925"/>
            <a:ext cx="11117700" cy="2402700"/>
          </a:xfrm>
          <a:prstGeom prst="rect">
            <a:avLst/>
          </a:prstGeom>
          <a:noFill/>
          <a:ln>
            <a:noFill/>
          </a:ln>
        </p:spPr>
        <p:txBody>
          <a:bodyPr anchorCtr="0" anchor="t" bIns="0" lIns="0" spcFirstLastPara="1" rIns="0" wrap="square" tIns="16500">
            <a:spAutoFit/>
          </a:bodyPr>
          <a:lstStyle/>
          <a:p>
            <a:pPr indent="-457833" lvl="0" marL="469900" rtl="0" algn="l">
              <a:lnSpc>
                <a:spcPct val="100000"/>
              </a:lnSpc>
              <a:spcBef>
                <a:spcPts val="0"/>
              </a:spcBef>
              <a:spcAft>
                <a:spcPts val="0"/>
              </a:spcAft>
              <a:buClr>
                <a:schemeClr val="dk1"/>
              </a:buClr>
              <a:buSzPts val="2700"/>
              <a:buFont typeface="Arial"/>
              <a:buChar char="•"/>
            </a:pPr>
            <a:r>
              <a:rPr lang="en-US"/>
              <a:t>Programming Language – Dart , Framework - Flutter</a:t>
            </a:r>
            <a:endParaRPr/>
          </a:p>
          <a:p>
            <a:pPr indent="-441958" lvl="0" marL="454025" rtl="0" algn="l">
              <a:lnSpc>
                <a:spcPct val="100000"/>
              </a:lnSpc>
              <a:spcBef>
                <a:spcPts val="80"/>
              </a:spcBef>
              <a:spcAft>
                <a:spcPts val="0"/>
              </a:spcAft>
              <a:buClr>
                <a:schemeClr val="dk1"/>
              </a:buClr>
              <a:buSzPts val="2700"/>
              <a:buFont typeface="Arial"/>
              <a:buChar char="•"/>
            </a:pPr>
            <a:r>
              <a:rPr lang="en-US"/>
              <a:t>Methodology	–	It </a:t>
            </a:r>
            <a:r>
              <a:rPr lang="en-US"/>
              <a:t>is working	in	the	basis	of </a:t>
            </a:r>
            <a:r>
              <a:rPr b="1" lang="en-US" u="sng"/>
              <a:t>T</a:t>
            </a:r>
            <a:r>
              <a:rPr lang="en-US"/>
              <a:t>ransportation</a:t>
            </a:r>
            <a:endParaRPr/>
          </a:p>
          <a:p>
            <a:pPr indent="0" lvl="0" marL="355600" rtl="0" algn="l">
              <a:lnSpc>
                <a:spcPct val="100000"/>
              </a:lnSpc>
              <a:spcBef>
                <a:spcPts val="80"/>
              </a:spcBef>
              <a:spcAft>
                <a:spcPts val="0"/>
              </a:spcAft>
              <a:buNone/>
            </a:pPr>
            <a:r>
              <a:rPr b="1" lang="en-US" u="sng">
                <a:latin typeface="Arial"/>
                <a:ea typeface="Arial"/>
                <a:cs typeface="Arial"/>
                <a:sym typeface="Arial"/>
              </a:rPr>
              <a:t>M</a:t>
            </a:r>
            <a:r>
              <a:rPr lang="en-US"/>
              <a:t>anagement </a:t>
            </a:r>
            <a:r>
              <a:rPr b="1" lang="en-US" u="sng">
                <a:latin typeface="Arial"/>
                <a:ea typeface="Arial"/>
                <a:cs typeface="Arial"/>
                <a:sym typeface="Arial"/>
              </a:rPr>
              <a:t>S</a:t>
            </a:r>
            <a:r>
              <a:rPr lang="en-US"/>
              <a:t>ystem</a:t>
            </a:r>
            <a:endParaRPr/>
          </a:p>
          <a:p>
            <a:pPr indent="0" lvl="0" marL="494030" rtl="0" algn="l">
              <a:lnSpc>
                <a:spcPct val="100000"/>
              </a:lnSpc>
              <a:spcBef>
                <a:spcPts val="1285"/>
              </a:spcBef>
              <a:spcAft>
                <a:spcPts val="0"/>
              </a:spcAft>
              <a:buNone/>
            </a:pPr>
            <a:r>
              <a:rPr lang="en-US" sz="1800">
                <a:latin typeface="Times New Roman"/>
                <a:ea typeface="Times New Roman"/>
                <a:cs typeface="Times New Roman"/>
                <a:sym typeface="Times New Roman"/>
              </a:rPr>
              <a:t>  </a:t>
            </a:r>
            <a:r>
              <a:rPr b="1" lang="en-US" sz="2100">
                <a:latin typeface="Times New Roman"/>
                <a:ea typeface="Times New Roman"/>
                <a:cs typeface="Times New Roman"/>
                <a:sym typeface="Times New Roman"/>
              </a:rPr>
              <a:t>System  Flow</a:t>
            </a:r>
            <a:endParaRPr b="1" sz="2100">
              <a:latin typeface="Times New Roman"/>
              <a:ea typeface="Times New Roman"/>
              <a:cs typeface="Times New Roman"/>
              <a:sym typeface="Times New Roman"/>
            </a:endParaRPr>
          </a:p>
          <a:p>
            <a:pPr indent="0" lvl="0" marL="0" marR="6261735" rtl="0" algn="l">
              <a:lnSpc>
                <a:spcPct val="118857"/>
              </a:lnSpc>
              <a:spcBef>
                <a:spcPts val="1060"/>
              </a:spcBef>
              <a:spcAft>
                <a:spcPts val="0"/>
              </a:spcAft>
              <a:buNone/>
            </a:pPr>
            <a:r>
              <a:rPr b="1" lang="en-US" sz="1400">
                <a:latin typeface="Calibri"/>
                <a:ea typeface="Calibri"/>
                <a:cs typeface="Calibri"/>
                <a:sym typeface="Calibri"/>
              </a:rPr>
              <a:t>                        </a:t>
            </a:r>
            <a:r>
              <a:rPr b="1" lang="en-US" sz="1400">
                <a:latin typeface="Calibri"/>
                <a:ea typeface="Calibri"/>
                <a:cs typeface="Calibri"/>
                <a:sym typeface="Calibri"/>
              </a:rPr>
              <a:t>Login</a:t>
            </a:r>
            <a:endParaRPr sz="1400">
              <a:latin typeface="Calibri"/>
              <a:ea typeface="Calibri"/>
              <a:cs typeface="Calibri"/>
              <a:sym typeface="Calibri"/>
            </a:endParaRPr>
          </a:p>
          <a:p>
            <a:pPr indent="0" lvl="0" marL="0" marR="6254750" rtl="0" algn="l">
              <a:lnSpc>
                <a:spcPct val="118857"/>
              </a:lnSpc>
              <a:spcBef>
                <a:spcPts val="0"/>
              </a:spcBef>
              <a:spcAft>
                <a:spcPts val="0"/>
              </a:spcAft>
              <a:buNone/>
            </a:pPr>
            <a:r>
              <a:rPr b="1" lang="en-US" sz="1400">
                <a:latin typeface="Calibri"/>
                <a:ea typeface="Calibri"/>
                <a:cs typeface="Calibri"/>
                <a:sym typeface="Calibri"/>
              </a:rPr>
              <a:t>                    </a:t>
            </a:r>
            <a:r>
              <a:rPr b="1" lang="en-US" sz="1400">
                <a:latin typeface="Calibri"/>
                <a:ea typeface="Calibri"/>
                <a:cs typeface="Calibri"/>
                <a:sym typeface="Calibri"/>
              </a:rPr>
              <a:t>&amp; verification</a:t>
            </a:r>
            <a:endParaRPr sz="1400">
              <a:latin typeface="Calibri"/>
              <a:ea typeface="Calibri"/>
              <a:cs typeface="Calibri"/>
              <a:sym typeface="Calibri"/>
            </a:endParaRPr>
          </a:p>
        </p:txBody>
      </p:sp>
      <p:pic>
        <p:nvPicPr>
          <p:cNvPr id="73" name="Google Shape;73;p9"/>
          <p:cNvPicPr preferRelativeResize="0"/>
          <p:nvPr/>
        </p:nvPicPr>
        <p:blipFill rotWithShape="1">
          <a:blip r:embed="rId6">
            <a:alphaModFix/>
          </a:blip>
          <a:srcRect b="0" l="0" r="0" t="0"/>
          <a:stretch/>
        </p:blipFill>
        <p:spPr>
          <a:xfrm>
            <a:off x="9858375" y="133350"/>
            <a:ext cx="2143125" cy="990600"/>
          </a:xfrm>
          <a:prstGeom prst="rect">
            <a:avLst/>
          </a:prstGeom>
          <a:noFill/>
          <a:ln>
            <a:noFill/>
          </a:ln>
        </p:spPr>
      </p:pic>
      <p:sp>
        <p:nvSpPr>
          <p:cNvPr id="74" name="Google Shape;74;p9"/>
          <p:cNvSpPr/>
          <p:nvPr/>
        </p:nvSpPr>
        <p:spPr>
          <a:xfrm>
            <a:off x="338137" y="100075"/>
            <a:ext cx="1248410" cy="809625"/>
          </a:xfrm>
          <a:custGeom>
            <a:rect b="b" l="l" r="r" t="t"/>
            <a:pathLst>
              <a:path extrusionOk="0" h="809625" w="1248410">
                <a:moveTo>
                  <a:pt x="0" y="404749"/>
                </a:moveTo>
                <a:lnTo>
                  <a:pt x="10051" y="331999"/>
                </a:lnTo>
                <a:lnTo>
                  <a:pt x="39031" y="263525"/>
                </a:lnTo>
                <a:lnTo>
                  <a:pt x="60069" y="231249"/>
                </a:lnTo>
                <a:lnTo>
                  <a:pt x="85178" y="200471"/>
                </a:lnTo>
                <a:lnTo>
                  <a:pt x="114139" y="171334"/>
                </a:lnTo>
                <a:lnTo>
                  <a:pt x="146730" y="143981"/>
                </a:lnTo>
                <a:lnTo>
                  <a:pt x="182732" y="118554"/>
                </a:lnTo>
                <a:lnTo>
                  <a:pt x="221924" y="95197"/>
                </a:lnTo>
                <a:lnTo>
                  <a:pt x="264087" y="74052"/>
                </a:lnTo>
                <a:lnTo>
                  <a:pt x="308999" y="55263"/>
                </a:lnTo>
                <a:lnTo>
                  <a:pt x="356441" y="38973"/>
                </a:lnTo>
                <a:lnTo>
                  <a:pt x="406192" y="25324"/>
                </a:lnTo>
                <a:lnTo>
                  <a:pt x="458033" y="14459"/>
                </a:lnTo>
                <a:lnTo>
                  <a:pt x="511742" y="6521"/>
                </a:lnTo>
                <a:lnTo>
                  <a:pt x="567100" y="1654"/>
                </a:lnTo>
                <a:lnTo>
                  <a:pt x="623887" y="0"/>
                </a:lnTo>
                <a:lnTo>
                  <a:pt x="680672" y="1654"/>
                </a:lnTo>
                <a:lnTo>
                  <a:pt x="736030" y="6521"/>
                </a:lnTo>
                <a:lnTo>
                  <a:pt x="789741" y="14459"/>
                </a:lnTo>
                <a:lnTo>
                  <a:pt x="841585" y="25324"/>
                </a:lnTo>
                <a:lnTo>
                  <a:pt x="891339" y="38973"/>
                </a:lnTo>
                <a:lnTo>
                  <a:pt x="938786" y="55263"/>
                </a:lnTo>
                <a:lnTo>
                  <a:pt x="983703" y="74052"/>
                </a:lnTo>
                <a:lnTo>
                  <a:pt x="1025871" y="95197"/>
                </a:lnTo>
                <a:lnTo>
                  <a:pt x="1065069" y="118554"/>
                </a:lnTo>
                <a:lnTo>
                  <a:pt x="1101077" y="143981"/>
                </a:lnTo>
                <a:lnTo>
                  <a:pt x="1133674" y="171334"/>
                </a:lnTo>
                <a:lnTo>
                  <a:pt x="1162640" y="200471"/>
                </a:lnTo>
                <a:lnTo>
                  <a:pt x="1187754" y="231249"/>
                </a:lnTo>
                <a:lnTo>
                  <a:pt x="1208797" y="263525"/>
                </a:lnTo>
                <a:lnTo>
                  <a:pt x="1237784" y="331999"/>
                </a:lnTo>
                <a:lnTo>
                  <a:pt x="1247838" y="404749"/>
                </a:lnTo>
                <a:lnTo>
                  <a:pt x="1245288" y="441588"/>
                </a:lnTo>
                <a:lnTo>
                  <a:pt x="1225547" y="512350"/>
                </a:lnTo>
                <a:lnTo>
                  <a:pt x="1187754" y="578272"/>
                </a:lnTo>
                <a:lnTo>
                  <a:pt x="1162640" y="609059"/>
                </a:lnTo>
                <a:lnTo>
                  <a:pt x="1133674" y="638206"/>
                </a:lnTo>
                <a:lnTo>
                  <a:pt x="1101077" y="665569"/>
                </a:lnTo>
                <a:lnTo>
                  <a:pt x="1065069" y="691006"/>
                </a:lnTo>
                <a:lnTo>
                  <a:pt x="1025871" y="714374"/>
                </a:lnTo>
                <a:lnTo>
                  <a:pt x="983703" y="735529"/>
                </a:lnTo>
                <a:lnTo>
                  <a:pt x="938786" y="754328"/>
                </a:lnTo>
                <a:lnTo>
                  <a:pt x="891339" y="770627"/>
                </a:lnTo>
                <a:lnTo>
                  <a:pt x="841585" y="784284"/>
                </a:lnTo>
                <a:lnTo>
                  <a:pt x="789741" y="795156"/>
                </a:lnTo>
                <a:lnTo>
                  <a:pt x="736030" y="803099"/>
                </a:lnTo>
                <a:lnTo>
                  <a:pt x="680672" y="807969"/>
                </a:lnTo>
                <a:lnTo>
                  <a:pt x="623887" y="809625"/>
                </a:lnTo>
                <a:lnTo>
                  <a:pt x="567100" y="807969"/>
                </a:lnTo>
                <a:lnTo>
                  <a:pt x="511742" y="803099"/>
                </a:lnTo>
                <a:lnTo>
                  <a:pt x="458033" y="795156"/>
                </a:lnTo>
                <a:lnTo>
                  <a:pt x="406192" y="784284"/>
                </a:lnTo>
                <a:lnTo>
                  <a:pt x="356441" y="770627"/>
                </a:lnTo>
                <a:lnTo>
                  <a:pt x="308999" y="754328"/>
                </a:lnTo>
                <a:lnTo>
                  <a:pt x="264087" y="735529"/>
                </a:lnTo>
                <a:lnTo>
                  <a:pt x="221924" y="714374"/>
                </a:lnTo>
                <a:lnTo>
                  <a:pt x="182732" y="691007"/>
                </a:lnTo>
                <a:lnTo>
                  <a:pt x="146730" y="665569"/>
                </a:lnTo>
                <a:lnTo>
                  <a:pt x="114139" y="638206"/>
                </a:lnTo>
                <a:lnTo>
                  <a:pt x="85178" y="609059"/>
                </a:lnTo>
                <a:lnTo>
                  <a:pt x="60069" y="578272"/>
                </a:lnTo>
                <a:lnTo>
                  <a:pt x="39031" y="545988"/>
                </a:lnTo>
                <a:lnTo>
                  <a:pt x="10051" y="477503"/>
                </a:lnTo>
                <a:lnTo>
                  <a:pt x="0" y="404749"/>
                </a:lnTo>
                <a:close/>
              </a:path>
            </a:pathLst>
          </a:custGeom>
          <a:noFill/>
          <a:ln cap="flat" cmpd="sng" w="25400">
            <a:solidFill>
              <a:srgbClr val="8063A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75" name="Google Shape;75;p9"/>
          <p:cNvSpPr txBox="1"/>
          <p:nvPr/>
        </p:nvSpPr>
        <p:spPr>
          <a:xfrm>
            <a:off x="657859" y="209486"/>
            <a:ext cx="597600" cy="628500"/>
          </a:xfrm>
          <a:prstGeom prst="rect">
            <a:avLst/>
          </a:prstGeom>
          <a:noFill/>
          <a:ln>
            <a:noFill/>
          </a:ln>
        </p:spPr>
        <p:txBody>
          <a:bodyPr anchorCtr="0" anchor="t" bIns="0" lIns="0" spcFirstLastPara="1" rIns="0" wrap="square" tIns="27925">
            <a:spAutoFit/>
          </a:bodyPr>
          <a:lstStyle/>
          <a:p>
            <a:pPr indent="50800" lvl="0" marL="12700" marR="5080" rtl="0" algn="l">
              <a:lnSpc>
                <a:spcPct val="116666"/>
              </a:lnSpc>
              <a:spcBef>
                <a:spcPts val="0"/>
              </a:spcBef>
              <a:spcAft>
                <a:spcPts val="0"/>
              </a:spcAft>
              <a:buNone/>
            </a:pPr>
            <a:r>
              <a:rPr lang="en-US" sz="1800">
                <a:latin typeface="Arial"/>
                <a:ea typeface="Arial"/>
                <a:cs typeface="Arial"/>
                <a:sym typeface="Arial"/>
              </a:rPr>
              <a:t>Park  Lordz</a:t>
            </a:r>
            <a:endParaRPr sz="1800">
              <a:latin typeface="Arial"/>
              <a:ea typeface="Arial"/>
              <a:cs typeface="Arial"/>
              <a:sym typeface="Arial"/>
            </a:endParaRPr>
          </a:p>
        </p:txBody>
      </p:sp>
      <p:grpSp>
        <p:nvGrpSpPr>
          <p:cNvPr id="76" name="Google Shape;76;p9"/>
          <p:cNvGrpSpPr/>
          <p:nvPr/>
        </p:nvGrpSpPr>
        <p:grpSpPr>
          <a:xfrm>
            <a:off x="471400" y="3465486"/>
            <a:ext cx="2833751" cy="2852801"/>
            <a:chOff x="533400" y="3619436"/>
            <a:chExt cx="2833751" cy="2852801"/>
          </a:xfrm>
        </p:grpSpPr>
        <p:pic>
          <p:nvPicPr>
            <p:cNvPr id="77" name="Google Shape;77;p9"/>
            <p:cNvPicPr preferRelativeResize="0"/>
            <p:nvPr/>
          </p:nvPicPr>
          <p:blipFill rotWithShape="1">
            <a:blip r:embed="rId7">
              <a:alphaModFix/>
            </a:blip>
            <a:srcRect b="0" l="0" r="0" t="0"/>
            <a:stretch/>
          </p:blipFill>
          <p:spPr>
            <a:xfrm>
              <a:off x="552450" y="5762625"/>
              <a:ext cx="2795651" cy="709612"/>
            </a:xfrm>
            <a:prstGeom prst="rect">
              <a:avLst/>
            </a:prstGeom>
            <a:noFill/>
            <a:ln>
              <a:noFill/>
            </a:ln>
          </p:spPr>
        </p:pic>
        <p:pic>
          <p:nvPicPr>
            <p:cNvPr id="78" name="Google Shape;78;p9"/>
            <p:cNvPicPr preferRelativeResize="0"/>
            <p:nvPr/>
          </p:nvPicPr>
          <p:blipFill rotWithShape="1">
            <a:blip r:embed="rId8">
              <a:alphaModFix/>
            </a:blip>
            <a:srcRect b="0" l="0" r="0" t="0"/>
            <a:stretch/>
          </p:blipFill>
          <p:spPr>
            <a:xfrm>
              <a:off x="1038225" y="5905500"/>
              <a:ext cx="1862201" cy="471487"/>
            </a:xfrm>
            <a:prstGeom prst="rect">
              <a:avLst/>
            </a:prstGeom>
            <a:noFill/>
            <a:ln>
              <a:noFill/>
            </a:ln>
          </p:spPr>
        </p:pic>
        <p:pic>
          <p:nvPicPr>
            <p:cNvPr id="79" name="Google Shape;79;p9"/>
            <p:cNvPicPr preferRelativeResize="0"/>
            <p:nvPr/>
          </p:nvPicPr>
          <p:blipFill rotWithShape="1">
            <a:blip r:embed="rId9">
              <a:alphaModFix/>
            </a:blip>
            <a:srcRect b="0" l="0" r="0" t="0"/>
            <a:stretch/>
          </p:blipFill>
          <p:spPr>
            <a:xfrm>
              <a:off x="614362" y="5805487"/>
              <a:ext cx="2676588" cy="590550"/>
            </a:xfrm>
            <a:prstGeom prst="rect">
              <a:avLst/>
            </a:prstGeom>
            <a:noFill/>
            <a:ln>
              <a:noFill/>
            </a:ln>
          </p:spPr>
        </p:pic>
        <p:sp>
          <p:nvSpPr>
            <p:cNvPr id="80" name="Google Shape;80;p9"/>
            <p:cNvSpPr/>
            <p:nvPr/>
          </p:nvSpPr>
          <p:spPr>
            <a:xfrm>
              <a:off x="614362" y="5805487"/>
              <a:ext cx="2677160" cy="590550"/>
            </a:xfrm>
            <a:custGeom>
              <a:rect b="b" l="l" r="r" t="t"/>
              <a:pathLst>
                <a:path extrusionOk="0" h="590550" w="2677160">
                  <a:moveTo>
                    <a:pt x="0" y="295275"/>
                  </a:moveTo>
                  <a:lnTo>
                    <a:pt x="17515" y="247378"/>
                  </a:lnTo>
                  <a:lnTo>
                    <a:pt x="47804" y="216777"/>
                  </a:lnTo>
                  <a:lnTo>
                    <a:pt x="92029" y="187450"/>
                  </a:lnTo>
                  <a:lnTo>
                    <a:pt x="149374" y="159577"/>
                  </a:lnTo>
                  <a:lnTo>
                    <a:pt x="219023" y="133337"/>
                  </a:lnTo>
                  <a:lnTo>
                    <a:pt x="258207" y="120887"/>
                  </a:lnTo>
                  <a:lnTo>
                    <a:pt x="300160" y="108912"/>
                  </a:lnTo>
                  <a:lnTo>
                    <a:pt x="344781" y="97437"/>
                  </a:lnTo>
                  <a:lnTo>
                    <a:pt x="391968" y="86482"/>
                  </a:lnTo>
                  <a:lnTo>
                    <a:pt x="441618" y="76071"/>
                  </a:lnTo>
                  <a:lnTo>
                    <a:pt x="493630" y="66225"/>
                  </a:lnTo>
                  <a:lnTo>
                    <a:pt x="547902" y="56969"/>
                  </a:lnTo>
                  <a:lnTo>
                    <a:pt x="604331" y="48324"/>
                  </a:lnTo>
                  <a:lnTo>
                    <a:pt x="662815" y="40312"/>
                  </a:lnTo>
                  <a:lnTo>
                    <a:pt x="723253" y="32957"/>
                  </a:lnTo>
                  <a:lnTo>
                    <a:pt x="785543" y="26280"/>
                  </a:lnTo>
                  <a:lnTo>
                    <a:pt x="849582" y="20304"/>
                  </a:lnTo>
                  <a:lnTo>
                    <a:pt x="915268" y="15052"/>
                  </a:lnTo>
                  <a:lnTo>
                    <a:pt x="982499" y="10547"/>
                  </a:lnTo>
                  <a:lnTo>
                    <a:pt x="1051173" y="6810"/>
                  </a:lnTo>
                  <a:lnTo>
                    <a:pt x="1121189" y="3864"/>
                  </a:lnTo>
                  <a:lnTo>
                    <a:pt x="1192444" y="1732"/>
                  </a:lnTo>
                  <a:lnTo>
                    <a:pt x="1264835" y="436"/>
                  </a:lnTo>
                  <a:lnTo>
                    <a:pt x="1338262" y="0"/>
                  </a:lnTo>
                  <a:lnTo>
                    <a:pt x="1411692" y="436"/>
                  </a:lnTo>
                  <a:lnTo>
                    <a:pt x="1484088" y="1732"/>
                  </a:lnTo>
                  <a:lnTo>
                    <a:pt x="1555346" y="3864"/>
                  </a:lnTo>
                  <a:lnTo>
                    <a:pt x="1625365" y="6810"/>
                  </a:lnTo>
                  <a:lnTo>
                    <a:pt x="1694043" y="10547"/>
                  </a:lnTo>
                  <a:lnTo>
                    <a:pt x="1761278" y="15052"/>
                  </a:lnTo>
                  <a:lnTo>
                    <a:pt x="1826967" y="20304"/>
                  </a:lnTo>
                  <a:lnTo>
                    <a:pt x="1891009" y="26280"/>
                  </a:lnTo>
                  <a:lnTo>
                    <a:pt x="1953301" y="32957"/>
                  </a:lnTo>
                  <a:lnTo>
                    <a:pt x="2013742" y="40312"/>
                  </a:lnTo>
                  <a:lnTo>
                    <a:pt x="2072229" y="48324"/>
                  </a:lnTo>
                  <a:lnTo>
                    <a:pt x="2128661" y="56969"/>
                  </a:lnTo>
                  <a:lnTo>
                    <a:pt x="2182935" y="66225"/>
                  </a:lnTo>
                  <a:lnTo>
                    <a:pt x="2234950" y="76071"/>
                  </a:lnTo>
                  <a:lnTo>
                    <a:pt x="2284603" y="86482"/>
                  </a:lnTo>
                  <a:lnTo>
                    <a:pt x="2331791" y="97437"/>
                  </a:lnTo>
                  <a:lnTo>
                    <a:pt x="2376414" y="108912"/>
                  </a:lnTo>
                  <a:lnTo>
                    <a:pt x="2418370" y="120887"/>
                  </a:lnTo>
                  <a:lnTo>
                    <a:pt x="2457555" y="133337"/>
                  </a:lnTo>
                  <a:lnTo>
                    <a:pt x="2493868" y="146241"/>
                  </a:lnTo>
                  <a:lnTo>
                    <a:pt x="2557470" y="173320"/>
                  </a:lnTo>
                  <a:lnTo>
                    <a:pt x="2608360" y="201943"/>
                  </a:lnTo>
                  <a:lnTo>
                    <a:pt x="2645720" y="231930"/>
                  </a:lnTo>
                  <a:lnTo>
                    <a:pt x="2668735" y="263100"/>
                  </a:lnTo>
                  <a:lnTo>
                    <a:pt x="2676588" y="295275"/>
                  </a:lnTo>
                  <a:lnTo>
                    <a:pt x="2674608" y="311476"/>
                  </a:lnTo>
                  <a:lnTo>
                    <a:pt x="2645720" y="358619"/>
                  </a:lnTo>
                  <a:lnTo>
                    <a:pt x="2608360" y="388606"/>
                  </a:lnTo>
                  <a:lnTo>
                    <a:pt x="2557470" y="417229"/>
                  </a:lnTo>
                  <a:lnTo>
                    <a:pt x="2493868" y="444308"/>
                  </a:lnTo>
                  <a:lnTo>
                    <a:pt x="2457555" y="457212"/>
                  </a:lnTo>
                  <a:lnTo>
                    <a:pt x="2418370" y="469662"/>
                  </a:lnTo>
                  <a:lnTo>
                    <a:pt x="2376414" y="481637"/>
                  </a:lnTo>
                  <a:lnTo>
                    <a:pt x="2331791" y="493112"/>
                  </a:lnTo>
                  <a:lnTo>
                    <a:pt x="2284603" y="504067"/>
                  </a:lnTo>
                  <a:lnTo>
                    <a:pt x="2234950" y="514478"/>
                  </a:lnTo>
                  <a:lnTo>
                    <a:pt x="2182935" y="524324"/>
                  </a:lnTo>
                  <a:lnTo>
                    <a:pt x="2128661" y="533580"/>
                  </a:lnTo>
                  <a:lnTo>
                    <a:pt x="2072229" y="542225"/>
                  </a:lnTo>
                  <a:lnTo>
                    <a:pt x="2013742" y="550237"/>
                  </a:lnTo>
                  <a:lnTo>
                    <a:pt x="1953301" y="557592"/>
                  </a:lnTo>
                  <a:lnTo>
                    <a:pt x="1891009" y="564269"/>
                  </a:lnTo>
                  <a:lnTo>
                    <a:pt x="1826967" y="570245"/>
                  </a:lnTo>
                  <a:lnTo>
                    <a:pt x="1761278" y="575497"/>
                  </a:lnTo>
                  <a:lnTo>
                    <a:pt x="1694043" y="580002"/>
                  </a:lnTo>
                  <a:lnTo>
                    <a:pt x="1625365" y="583739"/>
                  </a:lnTo>
                  <a:lnTo>
                    <a:pt x="1555346" y="586685"/>
                  </a:lnTo>
                  <a:lnTo>
                    <a:pt x="1484088" y="588817"/>
                  </a:lnTo>
                  <a:lnTo>
                    <a:pt x="1411692" y="590113"/>
                  </a:lnTo>
                  <a:lnTo>
                    <a:pt x="1338262" y="590550"/>
                  </a:lnTo>
                  <a:lnTo>
                    <a:pt x="1264835" y="590113"/>
                  </a:lnTo>
                  <a:lnTo>
                    <a:pt x="1192444" y="588817"/>
                  </a:lnTo>
                  <a:lnTo>
                    <a:pt x="1121189" y="586685"/>
                  </a:lnTo>
                  <a:lnTo>
                    <a:pt x="1051173" y="583739"/>
                  </a:lnTo>
                  <a:lnTo>
                    <a:pt x="982499" y="580002"/>
                  </a:lnTo>
                  <a:lnTo>
                    <a:pt x="915268" y="575497"/>
                  </a:lnTo>
                  <a:lnTo>
                    <a:pt x="849582" y="570245"/>
                  </a:lnTo>
                  <a:lnTo>
                    <a:pt x="785543" y="564269"/>
                  </a:lnTo>
                  <a:lnTo>
                    <a:pt x="723253" y="557592"/>
                  </a:lnTo>
                  <a:lnTo>
                    <a:pt x="662815" y="550237"/>
                  </a:lnTo>
                  <a:lnTo>
                    <a:pt x="604331" y="542225"/>
                  </a:lnTo>
                  <a:lnTo>
                    <a:pt x="547902" y="533580"/>
                  </a:lnTo>
                  <a:lnTo>
                    <a:pt x="493630" y="524324"/>
                  </a:lnTo>
                  <a:lnTo>
                    <a:pt x="441618" y="514478"/>
                  </a:lnTo>
                  <a:lnTo>
                    <a:pt x="391968" y="504067"/>
                  </a:lnTo>
                  <a:lnTo>
                    <a:pt x="344781" y="493112"/>
                  </a:lnTo>
                  <a:lnTo>
                    <a:pt x="300160" y="481637"/>
                  </a:lnTo>
                  <a:lnTo>
                    <a:pt x="258207" y="469662"/>
                  </a:lnTo>
                  <a:lnTo>
                    <a:pt x="219023" y="457212"/>
                  </a:lnTo>
                  <a:lnTo>
                    <a:pt x="182712" y="444308"/>
                  </a:lnTo>
                  <a:lnTo>
                    <a:pt x="119112" y="417229"/>
                  </a:lnTo>
                  <a:lnTo>
                    <a:pt x="68225" y="388606"/>
                  </a:lnTo>
                  <a:lnTo>
                    <a:pt x="30866" y="358619"/>
                  </a:lnTo>
                  <a:lnTo>
                    <a:pt x="7852" y="327449"/>
                  </a:lnTo>
                  <a:lnTo>
                    <a:pt x="0" y="295275"/>
                  </a:lnTo>
                  <a:close/>
                </a:path>
              </a:pathLst>
            </a:custGeom>
            <a:noFill/>
            <a:ln cap="flat" cmpd="sng" w="9525">
              <a:solidFill>
                <a:srgbClr val="497CB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81" name="Google Shape;81;p9"/>
            <p:cNvPicPr preferRelativeResize="0"/>
            <p:nvPr/>
          </p:nvPicPr>
          <p:blipFill rotWithShape="1">
            <a:blip r:embed="rId10">
              <a:alphaModFix/>
            </a:blip>
            <a:srcRect b="0" l="0" r="0" t="0"/>
            <a:stretch/>
          </p:blipFill>
          <p:spPr>
            <a:xfrm>
              <a:off x="552450" y="5057774"/>
              <a:ext cx="2814701" cy="709612"/>
            </a:xfrm>
            <a:prstGeom prst="rect">
              <a:avLst/>
            </a:prstGeom>
            <a:noFill/>
            <a:ln>
              <a:noFill/>
            </a:ln>
          </p:spPr>
        </p:pic>
        <p:pic>
          <p:nvPicPr>
            <p:cNvPr id="82" name="Google Shape;82;p9"/>
            <p:cNvPicPr preferRelativeResize="0"/>
            <p:nvPr/>
          </p:nvPicPr>
          <p:blipFill rotWithShape="1">
            <a:blip r:embed="rId11">
              <a:alphaModFix/>
            </a:blip>
            <a:srcRect b="0" l="0" r="0" t="0"/>
            <a:stretch/>
          </p:blipFill>
          <p:spPr>
            <a:xfrm>
              <a:off x="1143000" y="5086349"/>
              <a:ext cx="1671701" cy="700087"/>
            </a:xfrm>
            <a:prstGeom prst="rect">
              <a:avLst/>
            </a:prstGeom>
            <a:noFill/>
            <a:ln>
              <a:noFill/>
            </a:ln>
          </p:spPr>
        </p:pic>
        <p:pic>
          <p:nvPicPr>
            <p:cNvPr id="83" name="Google Shape;83;p9"/>
            <p:cNvPicPr preferRelativeResize="0"/>
            <p:nvPr/>
          </p:nvPicPr>
          <p:blipFill rotWithShape="1">
            <a:blip r:embed="rId12">
              <a:alphaModFix/>
            </a:blip>
            <a:srcRect b="0" l="0" r="0" t="0"/>
            <a:stretch/>
          </p:blipFill>
          <p:spPr>
            <a:xfrm>
              <a:off x="614362" y="5100700"/>
              <a:ext cx="2695638" cy="590486"/>
            </a:xfrm>
            <a:prstGeom prst="rect">
              <a:avLst/>
            </a:prstGeom>
            <a:noFill/>
            <a:ln>
              <a:noFill/>
            </a:ln>
          </p:spPr>
        </p:pic>
        <p:sp>
          <p:nvSpPr>
            <p:cNvPr id="84" name="Google Shape;84;p9"/>
            <p:cNvSpPr/>
            <p:nvPr/>
          </p:nvSpPr>
          <p:spPr>
            <a:xfrm>
              <a:off x="614362" y="5100700"/>
              <a:ext cx="2696210" cy="590550"/>
            </a:xfrm>
            <a:custGeom>
              <a:rect b="b" l="l" r="r" t="t"/>
              <a:pathLst>
                <a:path extrusionOk="0" h="590550" w="2696210">
                  <a:moveTo>
                    <a:pt x="0" y="295275"/>
                  </a:moveTo>
                  <a:lnTo>
                    <a:pt x="17640" y="247350"/>
                  </a:lnTo>
                  <a:lnTo>
                    <a:pt x="48144" y="216737"/>
                  </a:lnTo>
                  <a:lnTo>
                    <a:pt x="92684" y="187403"/>
                  </a:lnTo>
                  <a:lnTo>
                    <a:pt x="150438" y="159526"/>
                  </a:lnTo>
                  <a:lnTo>
                    <a:pt x="220583" y="133287"/>
                  </a:lnTo>
                  <a:lnTo>
                    <a:pt x="260045" y="120837"/>
                  </a:lnTo>
                  <a:lnTo>
                    <a:pt x="302297" y="108865"/>
                  </a:lnTo>
                  <a:lnTo>
                    <a:pt x="347236" y="97391"/>
                  </a:lnTo>
                  <a:lnTo>
                    <a:pt x="394758" y="86439"/>
                  </a:lnTo>
                  <a:lnTo>
                    <a:pt x="444762" y="76031"/>
                  </a:lnTo>
                  <a:lnTo>
                    <a:pt x="497144" y="66189"/>
                  </a:lnTo>
                  <a:lnTo>
                    <a:pt x="551802" y="56936"/>
                  </a:lnTo>
                  <a:lnTo>
                    <a:pt x="608633" y="48295"/>
                  </a:lnTo>
                  <a:lnTo>
                    <a:pt x="667534" y="40287"/>
                  </a:lnTo>
                  <a:lnTo>
                    <a:pt x="728402" y="32935"/>
                  </a:lnTo>
                  <a:lnTo>
                    <a:pt x="791135" y="26262"/>
                  </a:lnTo>
                  <a:lnTo>
                    <a:pt x="855629" y="20290"/>
                  </a:lnTo>
                  <a:lnTo>
                    <a:pt x="921783" y="15041"/>
                  </a:lnTo>
                  <a:lnTo>
                    <a:pt x="989493" y="10539"/>
                  </a:lnTo>
                  <a:lnTo>
                    <a:pt x="1058656" y="6804"/>
                  </a:lnTo>
                  <a:lnTo>
                    <a:pt x="1129170" y="3861"/>
                  </a:lnTo>
                  <a:lnTo>
                    <a:pt x="1200931" y="1731"/>
                  </a:lnTo>
                  <a:lnTo>
                    <a:pt x="1273838" y="436"/>
                  </a:lnTo>
                  <a:lnTo>
                    <a:pt x="1347787" y="0"/>
                  </a:lnTo>
                  <a:lnTo>
                    <a:pt x="1421735" y="436"/>
                  </a:lnTo>
                  <a:lnTo>
                    <a:pt x="1494641" y="1731"/>
                  </a:lnTo>
                  <a:lnTo>
                    <a:pt x="1566403" y="3861"/>
                  </a:lnTo>
                  <a:lnTo>
                    <a:pt x="1636917" y="6804"/>
                  </a:lnTo>
                  <a:lnTo>
                    <a:pt x="1706082" y="10539"/>
                  </a:lnTo>
                  <a:lnTo>
                    <a:pt x="1773793" y="15041"/>
                  </a:lnTo>
                  <a:lnTo>
                    <a:pt x="1839948" y="20290"/>
                  </a:lnTo>
                  <a:lnTo>
                    <a:pt x="1904445" y="26262"/>
                  </a:lnTo>
                  <a:lnTo>
                    <a:pt x="1967180" y="32935"/>
                  </a:lnTo>
                  <a:lnTo>
                    <a:pt x="2028051" y="40287"/>
                  </a:lnTo>
                  <a:lnTo>
                    <a:pt x="2086955" y="48295"/>
                  </a:lnTo>
                  <a:lnTo>
                    <a:pt x="2143788" y="56936"/>
                  </a:lnTo>
                  <a:lnTo>
                    <a:pt x="2198450" y="66189"/>
                  </a:lnTo>
                  <a:lnTo>
                    <a:pt x="2250835" y="76031"/>
                  </a:lnTo>
                  <a:lnTo>
                    <a:pt x="2300843" y="86439"/>
                  </a:lnTo>
                  <a:lnTo>
                    <a:pt x="2348369" y="97391"/>
                  </a:lnTo>
                  <a:lnTo>
                    <a:pt x="2393311" y="108865"/>
                  </a:lnTo>
                  <a:lnTo>
                    <a:pt x="2435566" y="120837"/>
                  </a:lnTo>
                  <a:lnTo>
                    <a:pt x="2475032" y="133287"/>
                  </a:lnTo>
                  <a:lnTo>
                    <a:pt x="2511606" y="146191"/>
                  </a:lnTo>
                  <a:lnTo>
                    <a:pt x="2575664" y="173271"/>
                  </a:lnTo>
                  <a:lnTo>
                    <a:pt x="2626919" y="201899"/>
                  </a:lnTo>
                  <a:lnTo>
                    <a:pt x="2664548" y="231895"/>
                  </a:lnTo>
                  <a:lnTo>
                    <a:pt x="2687728" y="263080"/>
                  </a:lnTo>
                  <a:lnTo>
                    <a:pt x="2695638" y="295275"/>
                  </a:lnTo>
                  <a:lnTo>
                    <a:pt x="2693643" y="311474"/>
                  </a:lnTo>
                  <a:lnTo>
                    <a:pt x="2664548" y="358612"/>
                  </a:lnTo>
                  <a:lnTo>
                    <a:pt x="2626919" y="388595"/>
                  </a:lnTo>
                  <a:lnTo>
                    <a:pt x="2575664" y="417212"/>
                  </a:lnTo>
                  <a:lnTo>
                    <a:pt x="2511606" y="444285"/>
                  </a:lnTo>
                  <a:lnTo>
                    <a:pt x="2475032" y="457187"/>
                  </a:lnTo>
                  <a:lnTo>
                    <a:pt x="2435566" y="469634"/>
                  </a:lnTo>
                  <a:lnTo>
                    <a:pt x="2393311" y="481606"/>
                  </a:lnTo>
                  <a:lnTo>
                    <a:pt x="2348369" y="493079"/>
                  </a:lnTo>
                  <a:lnTo>
                    <a:pt x="2300843" y="504031"/>
                  </a:lnTo>
                  <a:lnTo>
                    <a:pt x="2250835" y="514439"/>
                  </a:lnTo>
                  <a:lnTo>
                    <a:pt x="2198450" y="524281"/>
                  </a:lnTo>
                  <a:lnTo>
                    <a:pt x="2143788" y="533535"/>
                  </a:lnTo>
                  <a:lnTo>
                    <a:pt x="2086955" y="542178"/>
                  </a:lnTo>
                  <a:lnTo>
                    <a:pt x="2028051" y="550187"/>
                  </a:lnTo>
                  <a:lnTo>
                    <a:pt x="1967180" y="557540"/>
                  </a:lnTo>
                  <a:lnTo>
                    <a:pt x="1904445" y="564215"/>
                  </a:lnTo>
                  <a:lnTo>
                    <a:pt x="1839948" y="570188"/>
                  </a:lnTo>
                  <a:lnTo>
                    <a:pt x="1773793" y="575439"/>
                  </a:lnTo>
                  <a:lnTo>
                    <a:pt x="1706082" y="579943"/>
                  </a:lnTo>
                  <a:lnTo>
                    <a:pt x="1636917" y="583678"/>
                  </a:lnTo>
                  <a:lnTo>
                    <a:pt x="1566403" y="586623"/>
                  </a:lnTo>
                  <a:lnTo>
                    <a:pt x="1494641" y="588754"/>
                  </a:lnTo>
                  <a:lnTo>
                    <a:pt x="1421735" y="590049"/>
                  </a:lnTo>
                  <a:lnTo>
                    <a:pt x="1347787" y="590486"/>
                  </a:lnTo>
                  <a:lnTo>
                    <a:pt x="1273838" y="590049"/>
                  </a:lnTo>
                  <a:lnTo>
                    <a:pt x="1200931" y="588754"/>
                  </a:lnTo>
                  <a:lnTo>
                    <a:pt x="1129170" y="586623"/>
                  </a:lnTo>
                  <a:lnTo>
                    <a:pt x="1058656" y="583678"/>
                  </a:lnTo>
                  <a:lnTo>
                    <a:pt x="989493" y="579943"/>
                  </a:lnTo>
                  <a:lnTo>
                    <a:pt x="921783" y="575439"/>
                  </a:lnTo>
                  <a:lnTo>
                    <a:pt x="855629" y="570188"/>
                  </a:lnTo>
                  <a:lnTo>
                    <a:pt x="791135" y="564215"/>
                  </a:lnTo>
                  <a:lnTo>
                    <a:pt x="728402" y="557540"/>
                  </a:lnTo>
                  <a:lnTo>
                    <a:pt x="667534" y="550187"/>
                  </a:lnTo>
                  <a:lnTo>
                    <a:pt x="608633" y="542178"/>
                  </a:lnTo>
                  <a:lnTo>
                    <a:pt x="551802" y="533535"/>
                  </a:lnTo>
                  <a:lnTo>
                    <a:pt x="497144" y="524281"/>
                  </a:lnTo>
                  <a:lnTo>
                    <a:pt x="444762" y="514439"/>
                  </a:lnTo>
                  <a:lnTo>
                    <a:pt x="394758" y="504031"/>
                  </a:lnTo>
                  <a:lnTo>
                    <a:pt x="347236" y="493079"/>
                  </a:lnTo>
                  <a:lnTo>
                    <a:pt x="302297" y="481606"/>
                  </a:lnTo>
                  <a:lnTo>
                    <a:pt x="260045" y="469634"/>
                  </a:lnTo>
                  <a:lnTo>
                    <a:pt x="220583" y="457187"/>
                  </a:lnTo>
                  <a:lnTo>
                    <a:pt x="184013" y="444285"/>
                  </a:lnTo>
                  <a:lnTo>
                    <a:pt x="119960" y="417212"/>
                  </a:lnTo>
                  <a:lnTo>
                    <a:pt x="68711" y="388595"/>
                  </a:lnTo>
                  <a:lnTo>
                    <a:pt x="31086" y="358612"/>
                  </a:lnTo>
                  <a:lnTo>
                    <a:pt x="7908" y="327446"/>
                  </a:lnTo>
                  <a:lnTo>
                    <a:pt x="0" y="295275"/>
                  </a:lnTo>
                  <a:close/>
                </a:path>
              </a:pathLst>
            </a:custGeom>
            <a:noFill/>
            <a:ln cap="flat" cmpd="sng" w="9525">
              <a:solidFill>
                <a:srgbClr val="497CB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85" name="Google Shape;85;p9"/>
            <p:cNvPicPr preferRelativeResize="0"/>
            <p:nvPr/>
          </p:nvPicPr>
          <p:blipFill rotWithShape="1">
            <a:blip r:embed="rId10">
              <a:alphaModFix/>
            </a:blip>
            <a:srcRect b="0" l="0" r="0" t="0"/>
            <a:stretch/>
          </p:blipFill>
          <p:spPr>
            <a:xfrm>
              <a:off x="533400" y="3619436"/>
              <a:ext cx="2814701" cy="709612"/>
            </a:xfrm>
            <a:prstGeom prst="rect">
              <a:avLst/>
            </a:prstGeom>
            <a:noFill/>
            <a:ln>
              <a:noFill/>
            </a:ln>
          </p:spPr>
        </p:pic>
        <p:pic>
          <p:nvPicPr>
            <p:cNvPr id="86" name="Google Shape;86;p9"/>
            <p:cNvPicPr preferRelativeResize="0"/>
            <p:nvPr/>
          </p:nvPicPr>
          <p:blipFill rotWithShape="1">
            <a:blip r:embed="rId13">
              <a:alphaModFix/>
            </a:blip>
            <a:srcRect b="0" l="0" r="0" t="0"/>
            <a:stretch/>
          </p:blipFill>
          <p:spPr>
            <a:xfrm>
              <a:off x="1000125" y="3657536"/>
              <a:ext cx="1909826" cy="690562"/>
            </a:xfrm>
            <a:prstGeom prst="rect">
              <a:avLst/>
            </a:prstGeom>
            <a:noFill/>
            <a:ln>
              <a:noFill/>
            </a:ln>
          </p:spPr>
        </p:pic>
        <p:pic>
          <p:nvPicPr>
            <p:cNvPr id="87" name="Google Shape;87;p9"/>
            <p:cNvPicPr preferRelativeResize="0"/>
            <p:nvPr/>
          </p:nvPicPr>
          <p:blipFill rotWithShape="1">
            <a:blip r:embed="rId14">
              <a:alphaModFix/>
            </a:blip>
            <a:srcRect b="0" l="0" r="0" t="0"/>
            <a:stretch/>
          </p:blipFill>
          <p:spPr>
            <a:xfrm>
              <a:off x="595312" y="3662425"/>
              <a:ext cx="2695638" cy="590550"/>
            </a:xfrm>
            <a:prstGeom prst="rect">
              <a:avLst/>
            </a:prstGeom>
            <a:noFill/>
            <a:ln>
              <a:noFill/>
            </a:ln>
          </p:spPr>
        </p:pic>
        <p:sp>
          <p:nvSpPr>
            <p:cNvPr id="88" name="Google Shape;88;p9"/>
            <p:cNvSpPr/>
            <p:nvPr/>
          </p:nvSpPr>
          <p:spPr>
            <a:xfrm>
              <a:off x="595312" y="3662425"/>
              <a:ext cx="2696210" cy="590550"/>
            </a:xfrm>
            <a:custGeom>
              <a:rect b="b" l="l" r="r" t="t"/>
              <a:pathLst>
                <a:path extrusionOk="0" h="590550" w="2696210">
                  <a:moveTo>
                    <a:pt x="0" y="295275"/>
                  </a:moveTo>
                  <a:lnTo>
                    <a:pt x="17640" y="247350"/>
                  </a:lnTo>
                  <a:lnTo>
                    <a:pt x="48144" y="216737"/>
                  </a:lnTo>
                  <a:lnTo>
                    <a:pt x="92684" y="187403"/>
                  </a:lnTo>
                  <a:lnTo>
                    <a:pt x="150438" y="159526"/>
                  </a:lnTo>
                  <a:lnTo>
                    <a:pt x="220583" y="133287"/>
                  </a:lnTo>
                  <a:lnTo>
                    <a:pt x="260045" y="120837"/>
                  </a:lnTo>
                  <a:lnTo>
                    <a:pt x="302297" y="108865"/>
                  </a:lnTo>
                  <a:lnTo>
                    <a:pt x="347236" y="97391"/>
                  </a:lnTo>
                  <a:lnTo>
                    <a:pt x="394758" y="86439"/>
                  </a:lnTo>
                  <a:lnTo>
                    <a:pt x="444762" y="76031"/>
                  </a:lnTo>
                  <a:lnTo>
                    <a:pt x="497144" y="66189"/>
                  </a:lnTo>
                  <a:lnTo>
                    <a:pt x="551802" y="56936"/>
                  </a:lnTo>
                  <a:lnTo>
                    <a:pt x="608633" y="48295"/>
                  </a:lnTo>
                  <a:lnTo>
                    <a:pt x="667534" y="40287"/>
                  </a:lnTo>
                  <a:lnTo>
                    <a:pt x="728402" y="32935"/>
                  </a:lnTo>
                  <a:lnTo>
                    <a:pt x="791135" y="26262"/>
                  </a:lnTo>
                  <a:lnTo>
                    <a:pt x="855629" y="20290"/>
                  </a:lnTo>
                  <a:lnTo>
                    <a:pt x="921783" y="15041"/>
                  </a:lnTo>
                  <a:lnTo>
                    <a:pt x="989493" y="10539"/>
                  </a:lnTo>
                  <a:lnTo>
                    <a:pt x="1058656" y="6804"/>
                  </a:lnTo>
                  <a:lnTo>
                    <a:pt x="1129170" y="3861"/>
                  </a:lnTo>
                  <a:lnTo>
                    <a:pt x="1200931" y="1731"/>
                  </a:lnTo>
                  <a:lnTo>
                    <a:pt x="1273838" y="436"/>
                  </a:lnTo>
                  <a:lnTo>
                    <a:pt x="1347787" y="0"/>
                  </a:lnTo>
                  <a:lnTo>
                    <a:pt x="1421735" y="436"/>
                  </a:lnTo>
                  <a:lnTo>
                    <a:pt x="1494641" y="1731"/>
                  </a:lnTo>
                  <a:lnTo>
                    <a:pt x="1566403" y="3861"/>
                  </a:lnTo>
                  <a:lnTo>
                    <a:pt x="1636917" y="6804"/>
                  </a:lnTo>
                  <a:lnTo>
                    <a:pt x="1706082" y="10539"/>
                  </a:lnTo>
                  <a:lnTo>
                    <a:pt x="1773793" y="15041"/>
                  </a:lnTo>
                  <a:lnTo>
                    <a:pt x="1839948" y="20290"/>
                  </a:lnTo>
                  <a:lnTo>
                    <a:pt x="1904445" y="26262"/>
                  </a:lnTo>
                  <a:lnTo>
                    <a:pt x="1967180" y="32935"/>
                  </a:lnTo>
                  <a:lnTo>
                    <a:pt x="2028051" y="40287"/>
                  </a:lnTo>
                  <a:lnTo>
                    <a:pt x="2086955" y="48295"/>
                  </a:lnTo>
                  <a:lnTo>
                    <a:pt x="2143788" y="56936"/>
                  </a:lnTo>
                  <a:lnTo>
                    <a:pt x="2198450" y="66189"/>
                  </a:lnTo>
                  <a:lnTo>
                    <a:pt x="2250835" y="76031"/>
                  </a:lnTo>
                  <a:lnTo>
                    <a:pt x="2300843" y="86439"/>
                  </a:lnTo>
                  <a:lnTo>
                    <a:pt x="2348369" y="97391"/>
                  </a:lnTo>
                  <a:lnTo>
                    <a:pt x="2393311" y="108865"/>
                  </a:lnTo>
                  <a:lnTo>
                    <a:pt x="2435566" y="120837"/>
                  </a:lnTo>
                  <a:lnTo>
                    <a:pt x="2475032" y="133287"/>
                  </a:lnTo>
                  <a:lnTo>
                    <a:pt x="2511606" y="146191"/>
                  </a:lnTo>
                  <a:lnTo>
                    <a:pt x="2575664" y="173271"/>
                  </a:lnTo>
                  <a:lnTo>
                    <a:pt x="2626919" y="201899"/>
                  </a:lnTo>
                  <a:lnTo>
                    <a:pt x="2664548" y="231895"/>
                  </a:lnTo>
                  <a:lnTo>
                    <a:pt x="2687728" y="263080"/>
                  </a:lnTo>
                  <a:lnTo>
                    <a:pt x="2695638" y="295275"/>
                  </a:lnTo>
                  <a:lnTo>
                    <a:pt x="2693643" y="311475"/>
                  </a:lnTo>
                  <a:lnTo>
                    <a:pt x="2664548" y="358616"/>
                  </a:lnTo>
                  <a:lnTo>
                    <a:pt x="2626919" y="388601"/>
                  </a:lnTo>
                  <a:lnTo>
                    <a:pt x="2575664" y="417223"/>
                  </a:lnTo>
                  <a:lnTo>
                    <a:pt x="2511606" y="444302"/>
                  </a:lnTo>
                  <a:lnTo>
                    <a:pt x="2475032" y="457206"/>
                  </a:lnTo>
                  <a:lnTo>
                    <a:pt x="2435566" y="469657"/>
                  </a:lnTo>
                  <a:lnTo>
                    <a:pt x="2393311" y="481631"/>
                  </a:lnTo>
                  <a:lnTo>
                    <a:pt x="2348369" y="493107"/>
                  </a:lnTo>
                  <a:lnTo>
                    <a:pt x="2300843" y="504063"/>
                  </a:lnTo>
                  <a:lnTo>
                    <a:pt x="2250835" y="514474"/>
                  </a:lnTo>
                  <a:lnTo>
                    <a:pt x="2198450" y="524319"/>
                  </a:lnTo>
                  <a:lnTo>
                    <a:pt x="2143788" y="533576"/>
                  </a:lnTo>
                  <a:lnTo>
                    <a:pt x="2086955" y="542222"/>
                  </a:lnTo>
                  <a:lnTo>
                    <a:pt x="2028051" y="550234"/>
                  </a:lnTo>
                  <a:lnTo>
                    <a:pt x="1967180" y="557590"/>
                  </a:lnTo>
                  <a:lnTo>
                    <a:pt x="1904445" y="564267"/>
                  </a:lnTo>
                  <a:lnTo>
                    <a:pt x="1839948" y="570243"/>
                  </a:lnTo>
                  <a:lnTo>
                    <a:pt x="1773793" y="575495"/>
                  </a:lnTo>
                  <a:lnTo>
                    <a:pt x="1706082" y="580001"/>
                  </a:lnTo>
                  <a:lnTo>
                    <a:pt x="1636917" y="583739"/>
                  </a:lnTo>
                  <a:lnTo>
                    <a:pt x="1566403" y="586685"/>
                  </a:lnTo>
                  <a:lnTo>
                    <a:pt x="1494641" y="588817"/>
                  </a:lnTo>
                  <a:lnTo>
                    <a:pt x="1421735" y="590113"/>
                  </a:lnTo>
                  <a:lnTo>
                    <a:pt x="1347787" y="590550"/>
                  </a:lnTo>
                  <a:lnTo>
                    <a:pt x="1273838" y="590113"/>
                  </a:lnTo>
                  <a:lnTo>
                    <a:pt x="1200931" y="588817"/>
                  </a:lnTo>
                  <a:lnTo>
                    <a:pt x="1129170" y="586685"/>
                  </a:lnTo>
                  <a:lnTo>
                    <a:pt x="1058656" y="583739"/>
                  </a:lnTo>
                  <a:lnTo>
                    <a:pt x="989493" y="580001"/>
                  </a:lnTo>
                  <a:lnTo>
                    <a:pt x="921783" y="575495"/>
                  </a:lnTo>
                  <a:lnTo>
                    <a:pt x="855629" y="570243"/>
                  </a:lnTo>
                  <a:lnTo>
                    <a:pt x="791135" y="564267"/>
                  </a:lnTo>
                  <a:lnTo>
                    <a:pt x="728402" y="557590"/>
                  </a:lnTo>
                  <a:lnTo>
                    <a:pt x="667534" y="550234"/>
                  </a:lnTo>
                  <a:lnTo>
                    <a:pt x="608633" y="542222"/>
                  </a:lnTo>
                  <a:lnTo>
                    <a:pt x="551802" y="533576"/>
                  </a:lnTo>
                  <a:lnTo>
                    <a:pt x="497144" y="524319"/>
                  </a:lnTo>
                  <a:lnTo>
                    <a:pt x="444762" y="514474"/>
                  </a:lnTo>
                  <a:lnTo>
                    <a:pt x="394758" y="504063"/>
                  </a:lnTo>
                  <a:lnTo>
                    <a:pt x="347236" y="493107"/>
                  </a:lnTo>
                  <a:lnTo>
                    <a:pt x="302297" y="481631"/>
                  </a:lnTo>
                  <a:lnTo>
                    <a:pt x="260045" y="469657"/>
                  </a:lnTo>
                  <a:lnTo>
                    <a:pt x="220583" y="457206"/>
                  </a:lnTo>
                  <a:lnTo>
                    <a:pt x="184013" y="444302"/>
                  </a:lnTo>
                  <a:lnTo>
                    <a:pt x="119960" y="417223"/>
                  </a:lnTo>
                  <a:lnTo>
                    <a:pt x="68711" y="388601"/>
                  </a:lnTo>
                  <a:lnTo>
                    <a:pt x="31086" y="358616"/>
                  </a:lnTo>
                  <a:lnTo>
                    <a:pt x="7908" y="327447"/>
                  </a:lnTo>
                  <a:lnTo>
                    <a:pt x="0" y="295275"/>
                  </a:lnTo>
                  <a:close/>
                </a:path>
              </a:pathLst>
            </a:custGeom>
            <a:noFill/>
            <a:ln cap="flat" cmpd="sng" w="9525">
              <a:solidFill>
                <a:srgbClr val="497CB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89" name="Google Shape;89;p9"/>
            <p:cNvPicPr preferRelativeResize="0"/>
            <p:nvPr/>
          </p:nvPicPr>
          <p:blipFill rotWithShape="1">
            <a:blip r:embed="rId15">
              <a:alphaModFix/>
            </a:blip>
            <a:srcRect b="0" l="0" r="0" t="0"/>
            <a:stretch/>
          </p:blipFill>
          <p:spPr>
            <a:xfrm>
              <a:off x="580977" y="4381243"/>
              <a:ext cx="2738596" cy="652784"/>
            </a:xfrm>
            <a:prstGeom prst="rect">
              <a:avLst/>
            </a:prstGeom>
            <a:noFill/>
            <a:ln>
              <a:noFill/>
            </a:ln>
          </p:spPr>
        </p:pic>
        <p:pic>
          <p:nvPicPr>
            <p:cNvPr id="90" name="Google Shape;90;p9"/>
            <p:cNvPicPr preferRelativeResize="0"/>
            <p:nvPr/>
          </p:nvPicPr>
          <p:blipFill rotWithShape="1">
            <a:blip r:embed="rId16">
              <a:alphaModFix/>
            </a:blip>
            <a:srcRect b="0" l="0" r="0" t="0"/>
            <a:stretch/>
          </p:blipFill>
          <p:spPr>
            <a:xfrm>
              <a:off x="1000125" y="4381436"/>
              <a:ext cx="1928876" cy="690562"/>
            </a:xfrm>
            <a:prstGeom prst="rect">
              <a:avLst/>
            </a:prstGeom>
            <a:noFill/>
            <a:ln>
              <a:noFill/>
            </a:ln>
          </p:spPr>
        </p:pic>
        <p:pic>
          <p:nvPicPr>
            <p:cNvPr id="91" name="Google Shape;91;p9"/>
            <p:cNvPicPr preferRelativeResize="0"/>
            <p:nvPr/>
          </p:nvPicPr>
          <p:blipFill rotWithShape="1">
            <a:blip r:embed="rId5">
              <a:alphaModFix/>
            </a:blip>
            <a:srcRect b="0" l="0" r="0" t="0"/>
            <a:stretch/>
          </p:blipFill>
          <p:spPr>
            <a:xfrm>
              <a:off x="614362" y="4395850"/>
              <a:ext cx="2676588" cy="581025"/>
            </a:xfrm>
            <a:prstGeom prst="rect">
              <a:avLst/>
            </a:prstGeom>
            <a:noFill/>
            <a:ln>
              <a:noFill/>
            </a:ln>
          </p:spPr>
        </p:pic>
        <p:sp>
          <p:nvSpPr>
            <p:cNvPr id="92" name="Google Shape;92;p9"/>
            <p:cNvSpPr/>
            <p:nvPr/>
          </p:nvSpPr>
          <p:spPr>
            <a:xfrm>
              <a:off x="614362" y="4395850"/>
              <a:ext cx="2677160" cy="581025"/>
            </a:xfrm>
            <a:custGeom>
              <a:rect b="b" l="l" r="r" t="t"/>
              <a:pathLst>
                <a:path extrusionOk="0" h="581025" w="2677160">
                  <a:moveTo>
                    <a:pt x="0" y="290449"/>
                  </a:moveTo>
                  <a:lnTo>
                    <a:pt x="17515" y="243338"/>
                  </a:lnTo>
                  <a:lnTo>
                    <a:pt x="47804" y="213239"/>
                  </a:lnTo>
                  <a:lnTo>
                    <a:pt x="92029" y="184392"/>
                  </a:lnTo>
                  <a:lnTo>
                    <a:pt x="149374" y="156975"/>
                  </a:lnTo>
                  <a:lnTo>
                    <a:pt x="219023" y="131164"/>
                  </a:lnTo>
                  <a:lnTo>
                    <a:pt x="258207" y="118917"/>
                  </a:lnTo>
                  <a:lnTo>
                    <a:pt x="300160" y="107138"/>
                  </a:lnTo>
                  <a:lnTo>
                    <a:pt x="344781" y="95850"/>
                  </a:lnTo>
                  <a:lnTo>
                    <a:pt x="391968" y="85074"/>
                  </a:lnTo>
                  <a:lnTo>
                    <a:pt x="441618" y="74832"/>
                  </a:lnTo>
                  <a:lnTo>
                    <a:pt x="493630" y="65148"/>
                  </a:lnTo>
                  <a:lnTo>
                    <a:pt x="547902" y="56042"/>
                  </a:lnTo>
                  <a:lnTo>
                    <a:pt x="604331" y="47538"/>
                  </a:lnTo>
                  <a:lnTo>
                    <a:pt x="662815" y="39656"/>
                  </a:lnTo>
                  <a:lnTo>
                    <a:pt x="723253" y="32421"/>
                  </a:lnTo>
                  <a:lnTo>
                    <a:pt x="785543" y="25853"/>
                  </a:lnTo>
                  <a:lnTo>
                    <a:pt x="849582" y="19974"/>
                  </a:lnTo>
                  <a:lnTo>
                    <a:pt x="915268" y="14808"/>
                  </a:lnTo>
                  <a:lnTo>
                    <a:pt x="982499" y="10375"/>
                  </a:lnTo>
                  <a:lnTo>
                    <a:pt x="1051173" y="6699"/>
                  </a:lnTo>
                  <a:lnTo>
                    <a:pt x="1121189" y="3801"/>
                  </a:lnTo>
                  <a:lnTo>
                    <a:pt x="1192444" y="1704"/>
                  </a:lnTo>
                  <a:lnTo>
                    <a:pt x="1264835" y="429"/>
                  </a:lnTo>
                  <a:lnTo>
                    <a:pt x="1338262" y="0"/>
                  </a:lnTo>
                  <a:lnTo>
                    <a:pt x="1411692" y="429"/>
                  </a:lnTo>
                  <a:lnTo>
                    <a:pt x="1484088" y="1704"/>
                  </a:lnTo>
                  <a:lnTo>
                    <a:pt x="1555346" y="3801"/>
                  </a:lnTo>
                  <a:lnTo>
                    <a:pt x="1625365" y="6699"/>
                  </a:lnTo>
                  <a:lnTo>
                    <a:pt x="1694043" y="10375"/>
                  </a:lnTo>
                  <a:lnTo>
                    <a:pt x="1761278" y="14808"/>
                  </a:lnTo>
                  <a:lnTo>
                    <a:pt x="1826967" y="19974"/>
                  </a:lnTo>
                  <a:lnTo>
                    <a:pt x="1891009" y="25853"/>
                  </a:lnTo>
                  <a:lnTo>
                    <a:pt x="1953301" y="32421"/>
                  </a:lnTo>
                  <a:lnTo>
                    <a:pt x="2013742" y="39656"/>
                  </a:lnTo>
                  <a:lnTo>
                    <a:pt x="2072229" y="47538"/>
                  </a:lnTo>
                  <a:lnTo>
                    <a:pt x="2128661" y="56042"/>
                  </a:lnTo>
                  <a:lnTo>
                    <a:pt x="2182935" y="65148"/>
                  </a:lnTo>
                  <a:lnTo>
                    <a:pt x="2234950" y="74832"/>
                  </a:lnTo>
                  <a:lnTo>
                    <a:pt x="2284603" y="85074"/>
                  </a:lnTo>
                  <a:lnTo>
                    <a:pt x="2331791" y="95850"/>
                  </a:lnTo>
                  <a:lnTo>
                    <a:pt x="2376414" y="107138"/>
                  </a:lnTo>
                  <a:lnTo>
                    <a:pt x="2418370" y="118917"/>
                  </a:lnTo>
                  <a:lnTo>
                    <a:pt x="2457555" y="131164"/>
                  </a:lnTo>
                  <a:lnTo>
                    <a:pt x="2493868" y="143858"/>
                  </a:lnTo>
                  <a:lnTo>
                    <a:pt x="2557470" y="170494"/>
                  </a:lnTo>
                  <a:lnTo>
                    <a:pt x="2608360" y="198648"/>
                  </a:lnTo>
                  <a:lnTo>
                    <a:pt x="2645720" y="228143"/>
                  </a:lnTo>
                  <a:lnTo>
                    <a:pt x="2668735" y="258803"/>
                  </a:lnTo>
                  <a:lnTo>
                    <a:pt x="2676588" y="290449"/>
                  </a:lnTo>
                  <a:lnTo>
                    <a:pt x="2674608" y="306384"/>
                  </a:lnTo>
                  <a:lnTo>
                    <a:pt x="2645720" y="352760"/>
                  </a:lnTo>
                  <a:lnTo>
                    <a:pt x="2608360" y="382262"/>
                  </a:lnTo>
                  <a:lnTo>
                    <a:pt x="2557470" y="410426"/>
                  </a:lnTo>
                  <a:lnTo>
                    <a:pt x="2493868" y="437072"/>
                  </a:lnTo>
                  <a:lnTo>
                    <a:pt x="2457555" y="449771"/>
                  </a:lnTo>
                  <a:lnTo>
                    <a:pt x="2418370" y="462024"/>
                  </a:lnTo>
                  <a:lnTo>
                    <a:pt x="2376414" y="473810"/>
                  </a:lnTo>
                  <a:lnTo>
                    <a:pt x="2331791" y="485104"/>
                  </a:lnTo>
                  <a:lnTo>
                    <a:pt x="2284603" y="495887"/>
                  </a:lnTo>
                  <a:lnTo>
                    <a:pt x="2234950" y="506135"/>
                  </a:lnTo>
                  <a:lnTo>
                    <a:pt x="2182935" y="515825"/>
                  </a:lnTo>
                  <a:lnTo>
                    <a:pt x="2128661" y="524937"/>
                  </a:lnTo>
                  <a:lnTo>
                    <a:pt x="2072229" y="533448"/>
                  </a:lnTo>
                  <a:lnTo>
                    <a:pt x="2013742" y="541335"/>
                  </a:lnTo>
                  <a:lnTo>
                    <a:pt x="1953301" y="548576"/>
                  </a:lnTo>
                  <a:lnTo>
                    <a:pt x="1891009" y="555149"/>
                  </a:lnTo>
                  <a:lnTo>
                    <a:pt x="1826967" y="561032"/>
                  </a:lnTo>
                  <a:lnTo>
                    <a:pt x="1761278" y="566203"/>
                  </a:lnTo>
                  <a:lnTo>
                    <a:pt x="1694043" y="570639"/>
                  </a:lnTo>
                  <a:lnTo>
                    <a:pt x="1625365" y="574319"/>
                  </a:lnTo>
                  <a:lnTo>
                    <a:pt x="1555346" y="577219"/>
                  </a:lnTo>
                  <a:lnTo>
                    <a:pt x="1484088" y="579318"/>
                  </a:lnTo>
                  <a:lnTo>
                    <a:pt x="1411692" y="580594"/>
                  </a:lnTo>
                  <a:lnTo>
                    <a:pt x="1338262" y="581025"/>
                  </a:lnTo>
                  <a:lnTo>
                    <a:pt x="1264835" y="580594"/>
                  </a:lnTo>
                  <a:lnTo>
                    <a:pt x="1192444" y="579318"/>
                  </a:lnTo>
                  <a:lnTo>
                    <a:pt x="1121189" y="577219"/>
                  </a:lnTo>
                  <a:lnTo>
                    <a:pt x="1051173" y="574319"/>
                  </a:lnTo>
                  <a:lnTo>
                    <a:pt x="982499" y="570639"/>
                  </a:lnTo>
                  <a:lnTo>
                    <a:pt x="915268" y="566203"/>
                  </a:lnTo>
                  <a:lnTo>
                    <a:pt x="849582" y="561032"/>
                  </a:lnTo>
                  <a:lnTo>
                    <a:pt x="785543" y="555149"/>
                  </a:lnTo>
                  <a:lnTo>
                    <a:pt x="723253" y="548576"/>
                  </a:lnTo>
                  <a:lnTo>
                    <a:pt x="662815" y="541335"/>
                  </a:lnTo>
                  <a:lnTo>
                    <a:pt x="604331" y="533448"/>
                  </a:lnTo>
                  <a:lnTo>
                    <a:pt x="547902" y="524937"/>
                  </a:lnTo>
                  <a:lnTo>
                    <a:pt x="493630" y="515825"/>
                  </a:lnTo>
                  <a:lnTo>
                    <a:pt x="441618" y="506135"/>
                  </a:lnTo>
                  <a:lnTo>
                    <a:pt x="391968" y="495887"/>
                  </a:lnTo>
                  <a:lnTo>
                    <a:pt x="344781" y="485104"/>
                  </a:lnTo>
                  <a:lnTo>
                    <a:pt x="300160" y="473810"/>
                  </a:lnTo>
                  <a:lnTo>
                    <a:pt x="258207" y="462024"/>
                  </a:lnTo>
                  <a:lnTo>
                    <a:pt x="219023" y="449771"/>
                  </a:lnTo>
                  <a:lnTo>
                    <a:pt x="182712" y="437072"/>
                  </a:lnTo>
                  <a:lnTo>
                    <a:pt x="119112" y="410426"/>
                  </a:lnTo>
                  <a:lnTo>
                    <a:pt x="68225" y="382262"/>
                  </a:lnTo>
                  <a:lnTo>
                    <a:pt x="30866" y="352760"/>
                  </a:lnTo>
                  <a:lnTo>
                    <a:pt x="7852" y="322096"/>
                  </a:lnTo>
                  <a:lnTo>
                    <a:pt x="0" y="290449"/>
                  </a:lnTo>
                  <a:close/>
                </a:path>
              </a:pathLst>
            </a:custGeom>
            <a:noFill/>
            <a:ln cap="flat" cmpd="sng" w="9525">
              <a:solidFill>
                <a:srgbClr val="497CB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93" name="Google Shape;93;p9"/>
          <p:cNvSpPr txBox="1"/>
          <p:nvPr/>
        </p:nvSpPr>
        <p:spPr>
          <a:xfrm>
            <a:off x="1090525" y="3559466"/>
            <a:ext cx="1595700" cy="1891200"/>
          </a:xfrm>
          <a:prstGeom prst="rect">
            <a:avLst/>
          </a:prstGeom>
          <a:noFill/>
          <a:ln>
            <a:noFill/>
          </a:ln>
        </p:spPr>
        <p:txBody>
          <a:bodyPr anchorCtr="0" anchor="t" bIns="0" lIns="0" spcFirstLastPara="1" rIns="0" wrap="square" tIns="9525">
            <a:spAutoFit/>
          </a:bodyPr>
          <a:lstStyle/>
          <a:p>
            <a:pPr indent="0" lvl="0" marL="12700" marR="22225" rtl="0" algn="ctr">
              <a:lnSpc>
                <a:spcPct val="102899"/>
              </a:lnSpc>
              <a:spcBef>
                <a:spcPts val="0"/>
              </a:spcBef>
              <a:spcAft>
                <a:spcPts val="0"/>
              </a:spcAft>
              <a:buNone/>
            </a:pPr>
            <a:r>
              <a:rPr b="1" lang="en-US" sz="1400">
                <a:latin typeface="Calibri"/>
                <a:ea typeface="Calibri"/>
                <a:cs typeface="Calibri"/>
                <a:sym typeface="Calibri"/>
              </a:rPr>
              <a:t>Search availability &amp;  status</a:t>
            </a:r>
            <a:endParaRPr sz="1400">
              <a:latin typeface="Calibri"/>
              <a:ea typeface="Calibri"/>
              <a:cs typeface="Calibri"/>
              <a:sym typeface="Calibri"/>
            </a:endParaRPr>
          </a:p>
          <a:p>
            <a:pPr indent="0" lvl="0" marL="0" marR="0" rtl="0" algn="l">
              <a:lnSpc>
                <a:spcPct val="100000"/>
              </a:lnSpc>
              <a:spcBef>
                <a:spcPts val="30"/>
              </a:spcBef>
              <a:spcAft>
                <a:spcPts val="0"/>
              </a:spcAft>
              <a:buNone/>
            </a:pPr>
            <a:r>
              <a:t/>
            </a:r>
            <a:endParaRPr sz="1850">
              <a:latin typeface="Calibri"/>
              <a:ea typeface="Calibri"/>
              <a:cs typeface="Calibri"/>
              <a:sym typeface="Calibri"/>
            </a:endParaRPr>
          </a:p>
          <a:p>
            <a:pPr indent="0" lvl="0" marL="12700" marR="5080" rtl="0" algn="ctr">
              <a:lnSpc>
                <a:spcPct val="102800"/>
              </a:lnSpc>
              <a:spcBef>
                <a:spcPts val="0"/>
              </a:spcBef>
              <a:spcAft>
                <a:spcPts val="0"/>
              </a:spcAft>
              <a:buNone/>
            </a:pPr>
            <a:r>
              <a:rPr b="1" lang="en-US" sz="1400">
                <a:latin typeface="Calibri"/>
                <a:ea typeface="Calibri"/>
                <a:cs typeface="Calibri"/>
                <a:sym typeface="Calibri"/>
              </a:rPr>
              <a:t>Prior arrangement &amp;  payment</a:t>
            </a:r>
            <a:endParaRPr sz="1400">
              <a:latin typeface="Calibri"/>
              <a:ea typeface="Calibri"/>
              <a:cs typeface="Calibri"/>
              <a:sym typeface="Calibri"/>
            </a:endParaRPr>
          </a:p>
          <a:p>
            <a:pPr indent="0" lvl="0" marL="0" marR="0" rtl="0" algn="l">
              <a:lnSpc>
                <a:spcPct val="100000"/>
              </a:lnSpc>
              <a:spcBef>
                <a:spcPts val="55"/>
              </a:spcBef>
              <a:spcAft>
                <a:spcPts val="0"/>
              </a:spcAft>
              <a:buNone/>
            </a:pPr>
            <a:r>
              <a:t/>
            </a:r>
            <a:endParaRPr sz="1700">
              <a:latin typeface="Calibri"/>
              <a:ea typeface="Calibri"/>
              <a:cs typeface="Calibri"/>
              <a:sym typeface="Calibri"/>
            </a:endParaRPr>
          </a:p>
          <a:p>
            <a:pPr indent="0" lvl="0" marL="151130" marR="114935" rtl="0" algn="ctr">
              <a:lnSpc>
                <a:spcPct val="102800"/>
              </a:lnSpc>
              <a:spcBef>
                <a:spcPts val="5"/>
              </a:spcBef>
              <a:spcAft>
                <a:spcPts val="0"/>
              </a:spcAft>
              <a:buNone/>
            </a:pPr>
            <a:r>
              <a:rPr b="1" lang="en-US" sz="1400">
                <a:latin typeface="Calibri"/>
                <a:ea typeface="Calibri"/>
                <a:cs typeface="Calibri"/>
                <a:sym typeface="Calibri"/>
              </a:rPr>
              <a:t>Vehicles details &amp;  surveillance</a:t>
            </a:r>
            <a:endParaRPr sz="1400">
              <a:latin typeface="Calibri"/>
              <a:ea typeface="Calibri"/>
              <a:cs typeface="Calibri"/>
              <a:sym typeface="Calibri"/>
            </a:endParaRPr>
          </a:p>
        </p:txBody>
      </p:sp>
      <p:grpSp>
        <p:nvGrpSpPr>
          <p:cNvPr id="94" name="Google Shape;94;p9"/>
          <p:cNvGrpSpPr/>
          <p:nvPr/>
        </p:nvGrpSpPr>
        <p:grpSpPr>
          <a:xfrm>
            <a:off x="1814488" y="2346426"/>
            <a:ext cx="8386763" cy="3381311"/>
            <a:chOff x="1876488" y="2500376"/>
            <a:chExt cx="8386763" cy="3381311"/>
          </a:xfrm>
        </p:grpSpPr>
        <p:pic>
          <p:nvPicPr>
            <p:cNvPr id="95" name="Google Shape;95;p9"/>
            <p:cNvPicPr preferRelativeResize="0"/>
            <p:nvPr/>
          </p:nvPicPr>
          <p:blipFill rotWithShape="1">
            <a:blip r:embed="rId17">
              <a:alphaModFix/>
            </a:blip>
            <a:srcRect b="0" l="0" r="0" t="0"/>
            <a:stretch/>
          </p:blipFill>
          <p:spPr>
            <a:xfrm>
              <a:off x="1881251" y="3462401"/>
              <a:ext cx="123825" cy="247650"/>
            </a:xfrm>
            <a:prstGeom prst="rect">
              <a:avLst/>
            </a:prstGeom>
            <a:noFill/>
            <a:ln>
              <a:noFill/>
            </a:ln>
          </p:spPr>
        </p:pic>
        <p:sp>
          <p:nvSpPr>
            <p:cNvPr id="96" name="Google Shape;96;p9"/>
            <p:cNvSpPr/>
            <p:nvPr/>
          </p:nvSpPr>
          <p:spPr>
            <a:xfrm>
              <a:off x="1881251" y="3462401"/>
              <a:ext cx="123825" cy="247650"/>
            </a:xfrm>
            <a:custGeom>
              <a:rect b="b" l="l" r="r" t="t"/>
              <a:pathLst>
                <a:path extrusionOk="0" h="247650" w="123825">
                  <a:moveTo>
                    <a:pt x="0" y="185674"/>
                  </a:moveTo>
                  <a:lnTo>
                    <a:pt x="30861" y="185674"/>
                  </a:lnTo>
                  <a:lnTo>
                    <a:pt x="30861" y="0"/>
                  </a:lnTo>
                  <a:lnTo>
                    <a:pt x="92837" y="0"/>
                  </a:lnTo>
                  <a:lnTo>
                    <a:pt x="92837" y="185674"/>
                  </a:lnTo>
                  <a:lnTo>
                    <a:pt x="123825" y="185674"/>
                  </a:lnTo>
                  <a:lnTo>
                    <a:pt x="61849" y="247650"/>
                  </a:lnTo>
                  <a:lnTo>
                    <a:pt x="0" y="185674"/>
                  </a:lnTo>
                  <a:close/>
                </a:path>
              </a:pathLst>
            </a:custGeom>
            <a:noFill/>
            <a:ln cap="flat" cmpd="sng" w="9525">
              <a:solidFill>
                <a:srgbClr val="1F487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97" name="Google Shape;97;p9"/>
            <p:cNvPicPr preferRelativeResize="0"/>
            <p:nvPr/>
          </p:nvPicPr>
          <p:blipFill rotWithShape="1">
            <a:blip r:embed="rId18">
              <a:alphaModFix/>
            </a:blip>
            <a:srcRect b="0" l="0" r="0" t="0"/>
            <a:stretch/>
          </p:blipFill>
          <p:spPr>
            <a:xfrm>
              <a:off x="1876488" y="4905438"/>
              <a:ext cx="133350" cy="247650"/>
            </a:xfrm>
            <a:prstGeom prst="rect">
              <a:avLst/>
            </a:prstGeom>
            <a:noFill/>
            <a:ln>
              <a:noFill/>
            </a:ln>
          </p:spPr>
        </p:pic>
        <p:pic>
          <p:nvPicPr>
            <p:cNvPr id="98" name="Google Shape;98;p9"/>
            <p:cNvPicPr preferRelativeResize="0"/>
            <p:nvPr/>
          </p:nvPicPr>
          <p:blipFill rotWithShape="1">
            <a:blip r:embed="rId17">
              <a:alphaModFix/>
            </a:blip>
            <a:srcRect b="0" l="0" r="0" t="0"/>
            <a:stretch/>
          </p:blipFill>
          <p:spPr>
            <a:xfrm>
              <a:off x="1890776" y="4195826"/>
              <a:ext cx="123825" cy="247650"/>
            </a:xfrm>
            <a:prstGeom prst="rect">
              <a:avLst/>
            </a:prstGeom>
            <a:noFill/>
            <a:ln>
              <a:noFill/>
            </a:ln>
          </p:spPr>
        </p:pic>
        <p:sp>
          <p:nvSpPr>
            <p:cNvPr id="99" name="Google Shape;99;p9"/>
            <p:cNvSpPr/>
            <p:nvPr/>
          </p:nvSpPr>
          <p:spPr>
            <a:xfrm>
              <a:off x="1890776" y="4195826"/>
              <a:ext cx="123825" cy="247650"/>
            </a:xfrm>
            <a:custGeom>
              <a:rect b="b" l="l" r="r" t="t"/>
              <a:pathLst>
                <a:path extrusionOk="0" h="247650" w="123825">
                  <a:moveTo>
                    <a:pt x="0" y="185674"/>
                  </a:moveTo>
                  <a:lnTo>
                    <a:pt x="30861" y="185674"/>
                  </a:lnTo>
                  <a:lnTo>
                    <a:pt x="30861" y="0"/>
                  </a:lnTo>
                  <a:lnTo>
                    <a:pt x="92837" y="0"/>
                  </a:lnTo>
                  <a:lnTo>
                    <a:pt x="92837" y="185674"/>
                  </a:lnTo>
                  <a:lnTo>
                    <a:pt x="123825" y="185674"/>
                  </a:lnTo>
                  <a:lnTo>
                    <a:pt x="61849" y="247650"/>
                  </a:lnTo>
                  <a:lnTo>
                    <a:pt x="0" y="185674"/>
                  </a:lnTo>
                  <a:close/>
                </a:path>
              </a:pathLst>
            </a:custGeom>
            <a:noFill/>
            <a:ln cap="flat" cmpd="sng" w="9525">
              <a:solidFill>
                <a:srgbClr val="1F487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100" name="Google Shape;100;p9"/>
            <p:cNvPicPr preferRelativeResize="0"/>
            <p:nvPr/>
          </p:nvPicPr>
          <p:blipFill rotWithShape="1">
            <a:blip r:embed="rId19">
              <a:alphaModFix/>
            </a:blip>
            <a:srcRect b="0" l="0" r="0" t="0"/>
            <a:stretch/>
          </p:blipFill>
          <p:spPr>
            <a:xfrm>
              <a:off x="1881251" y="5634037"/>
              <a:ext cx="123825" cy="247650"/>
            </a:xfrm>
            <a:prstGeom prst="rect">
              <a:avLst/>
            </a:prstGeom>
            <a:noFill/>
            <a:ln>
              <a:noFill/>
            </a:ln>
          </p:spPr>
        </p:pic>
        <p:sp>
          <p:nvSpPr>
            <p:cNvPr id="101" name="Google Shape;101;p9"/>
            <p:cNvSpPr/>
            <p:nvPr/>
          </p:nvSpPr>
          <p:spPr>
            <a:xfrm>
              <a:off x="1881251" y="5634037"/>
              <a:ext cx="123825" cy="247650"/>
            </a:xfrm>
            <a:custGeom>
              <a:rect b="b" l="l" r="r" t="t"/>
              <a:pathLst>
                <a:path extrusionOk="0" h="247650" w="123825">
                  <a:moveTo>
                    <a:pt x="0" y="185737"/>
                  </a:moveTo>
                  <a:lnTo>
                    <a:pt x="30861" y="185737"/>
                  </a:lnTo>
                  <a:lnTo>
                    <a:pt x="30861" y="0"/>
                  </a:lnTo>
                  <a:lnTo>
                    <a:pt x="92837" y="0"/>
                  </a:lnTo>
                  <a:lnTo>
                    <a:pt x="92837" y="185737"/>
                  </a:lnTo>
                  <a:lnTo>
                    <a:pt x="123825" y="185737"/>
                  </a:lnTo>
                  <a:lnTo>
                    <a:pt x="61849" y="247650"/>
                  </a:lnTo>
                  <a:lnTo>
                    <a:pt x="0" y="185737"/>
                  </a:lnTo>
                  <a:close/>
                </a:path>
              </a:pathLst>
            </a:custGeom>
            <a:noFill/>
            <a:ln cap="flat" cmpd="sng" w="9525">
              <a:solidFill>
                <a:srgbClr val="1F487C"/>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02" name="Google Shape;102;p9"/>
            <p:cNvSpPr/>
            <p:nvPr/>
          </p:nvSpPr>
          <p:spPr>
            <a:xfrm>
              <a:off x="4700651" y="2500376"/>
              <a:ext cx="1476375" cy="762000"/>
            </a:xfrm>
            <a:custGeom>
              <a:rect b="b" l="l" r="r" t="t"/>
              <a:pathLst>
                <a:path extrusionOk="0" h="762000" w="1476375">
                  <a:moveTo>
                    <a:pt x="1400175" y="0"/>
                  </a:moveTo>
                  <a:lnTo>
                    <a:pt x="76200" y="0"/>
                  </a:lnTo>
                  <a:lnTo>
                    <a:pt x="46505" y="5976"/>
                  </a:lnTo>
                  <a:lnTo>
                    <a:pt x="22288" y="22288"/>
                  </a:lnTo>
                  <a:lnTo>
                    <a:pt x="5976" y="46505"/>
                  </a:lnTo>
                  <a:lnTo>
                    <a:pt x="0" y="76200"/>
                  </a:lnTo>
                  <a:lnTo>
                    <a:pt x="0" y="685673"/>
                  </a:lnTo>
                  <a:lnTo>
                    <a:pt x="5976" y="715387"/>
                  </a:lnTo>
                  <a:lnTo>
                    <a:pt x="22288" y="739648"/>
                  </a:lnTo>
                  <a:lnTo>
                    <a:pt x="46505" y="756003"/>
                  </a:lnTo>
                  <a:lnTo>
                    <a:pt x="76200" y="762000"/>
                  </a:lnTo>
                  <a:lnTo>
                    <a:pt x="1400175" y="762000"/>
                  </a:lnTo>
                  <a:lnTo>
                    <a:pt x="1429815" y="756003"/>
                  </a:lnTo>
                  <a:lnTo>
                    <a:pt x="1454038" y="739647"/>
                  </a:lnTo>
                  <a:lnTo>
                    <a:pt x="1470380" y="715387"/>
                  </a:lnTo>
                  <a:lnTo>
                    <a:pt x="1476375" y="685673"/>
                  </a:lnTo>
                  <a:lnTo>
                    <a:pt x="1476375" y="76200"/>
                  </a:lnTo>
                  <a:lnTo>
                    <a:pt x="1470380" y="46505"/>
                  </a:lnTo>
                  <a:lnTo>
                    <a:pt x="1454038" y="22288"/>
                  </a:lnTo>
                  <a:lnTo>
                    <a:pt x="1429815" y="5976"/>
                  </a:lnTo>
                  <a:lnTo>
                    <a:pt x="1400175"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03" name="Google Shape;103;p9"/>
            <p:cNvSpPr/>
            <p:nvPr/>
          </p:nvSpPr>
          <p:spPr>
            <a:xfrm>
              <a:off x="6305550" y="2695575"/>
              <a:ext cx="285750" cy="361950"/>
            </a:xfrm>
            <a:custGeom>
              <a:rect b="b" l="l" r="r" t="t"/>
              <a:pathLst>
                <a:path extrusionOk="0" h="361950" w="285750">
                  <a:moveTo>
                    <a:pt x="142875" y="0"/>
                  </a:moveTo>
                  <a:lnTo>
                    <a:pt x="142875" y="72389"/>
                  </a:lnTo>
                  <a:lnTo>
                    <a:pt x="0" y="72389"/>
                  </a:lnTo>
                  <a:lnTo>
                    <a:pt x="0" y="289560"/>
                  </a:lnTo>
                  <a:lnTo>
                    <a:pt x="142875" y="289560"/>
                  </a:lnTo>
                  <a:lnTo>
                    <a:pt x="142875" y="361950"/>
                  </a:lnTo>
                  <a:lnTo>
                    <a:pt x="285750" y="180975"/>
                  </a:lnTo>
                  <a:lnTo>
                    <a:pt x="142875" y="0"/>
                  </a:lnTo>
                  <a:close/>
                </a:path>
              </a:pathLst>
            </a:custGeom>
            <a:solidFill>
              <a:srgbClr val="B1C1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04" name="Google Shape;104;p9"/>
            <p:cNvSpPr/>
            <p:nvPr/>
          </p:nvSpPr>
          <p:spPr>
            <a:xfrm>
              <a:off x="6719951" y="2500376"/>
              <a:ext cx="1476375" cy="762000"/>
            </a:xfrm>
            <a:custGeom>
              <a:rect b="b" l="l" r="r" t="t"/>
              <a:pathLst>
                <a:path extrusionOk="0" h="762000" w="1476375">
                  <a:moveTo>
                    <a:pt x="1400175" y="0"/>
                  </a:moveTo>
                  <a:lnTo>
                    <a:pt x="76200" y="0"/>
                  </a:lnTo>
                  <a:lnTo>
                    <a:pt x="46505" y="5976"/>
                  </a:lnTo>
                  <a:lnTo>
                    <a:pt x="22288" y="22288"/>
                  </a:lnTo>
                  <a:lnTo>
                    <a:pt x="5976" y="46505"/>
                  </a:lnTo>
                  <a:lnTo>
                    <a:pt x="0" y="76200"/>
                  </a:lnTo>
                  <a:lnTo>
                    <a:pt x="0" y="685673"/>
                  </a:lnTo>
                  <a:lnTo>
                    <a:pt x="5976" y="715387"/>
                  </a:lnTo>
                  <a:lnTo>
                    <a:pt x="22288" y="739648"/>
                  </a:lnTo>
                  <a:lnTo>
                    <a:pt x="46505" y="756003"/>
                  </a:lnTo>
                  <a:lnTo>
                    <a:pt x="76200" y="762000"/>
                  </a:lnTo>
                  <a:lnTo>
                    <a:pt x="1400175" y="762000"/>
                  </a:lnTo>
                  <a:lnTo>
                    <a:pt x="1429815" y="756003"/>
                  </a:lnTo>
                  <a:lnTo>
                    <a:pt x="1454038" y="739647"/>
                  </a:lnTo>
                  <a:lnTo>
                    <a:pt x="1470380" y="715387"/>
                  </a:lnTo>
                  <a:lnTo>
                    <a:pt x="1476375" y="685673"/>
                  </a:lnTo>
                  <a:lnTo>
                    <a:pt x="1476375" y="76200"/>
                  </a:lnTo>
                  <a:lnTo>
                    <a:pt x="1470380" y="46505"/>
                  </a:lnTo>
                  <a:lnTo>
                    <a:pt x="1454038" y="22288"/>
                  </a:lnTo>
                  <a:lnTo>
                    <a:pt x="1429815" y="5976"/>
                  </a:lnTo>
                  <a:lnTo>
                    <a:pt x="1400175"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05" name="Google Shape;105;p9"/>
            <p:cNvSpPr/>
            <p:nvPr/>
          </p:nvSpPr>
          <p:spPr>
            <a:xfrm>
              <a:off x="8334375" y="2695575"/>
              <a:ext cx="314325" cy="361950"/>
            </a:xfrm>
            <a:custGeom>
              <a:rect b="b" l="l" r="r" t="t"/>
              <a:pathLst>
                <a:path extrusionOk="0" h="361950" w="314325">
                  <a:moveTo>
                    <a:pt x="157225" y="0"/>
                  </a:moveTo>
                  <a:lnTo>
                    <a:pt x="157225" y="72389"/>
                  </a:lnTo>
                  <a:lnTo>
                    <a:pt x="0" y="72389"/>
                  </a:lnTo>
                  <a:lnTo>
                    <a:pt x="0" y="289560"/>
                  </a:lnTo>
                  <a:lnTo>
                    <a:pt x="157225" y="289560"/>
                  </a:lnTo>
                  <a:lnTo>
                    <a:pt x="157225" y="361950"/>
                  </a:lnTo>
                  <a:lnTo>
                    <a:pt x="314325" y="180975"/>
                  </a:lnTo>
                  <a:lnTo>
                    <a:pt x="157225" y="0"/>
                  </a:lnTo>
                  <a:close/>
                </a:path>
              </a:pathLst>
            </a:custGeom>
            <a:solidFill>
              <a:srgbClr val="B1C1D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06" name="Google Shape;106;p9"/>
            <p:cNvSpPr/>
            <p:nvPr/>
          </p:nvSpPr>
          <p:spPr>
            <a:xfrm>
              <a:off x="8786876" y="2500376"/>
              <a:ext cx="1476375" cy="762000"/>
            </a:xfrm>
            <a:custGeom>
              <a:rect b="b" l="l" r="r" t="t"/>
              <a:pathLst>
                <a:path extrusionOk="0" h="762000" w="1476375">
                  <a:moveTo>
                    <a:pt x="1400175" y="0"/>
                  </a:moveTo>
                  <a:lnTo>
                    <a:pt x="76200" y="0"/>
                  </a:lnTo>
                  <a:lnTo>
                    <a:pt x="46505" y="5976"/>
                  </a:lnTo>
                  <a:lnTo>
                    <a:pt x="22288" y="22288"/>
                  </a:lnTo>
                  <a:lnTo>
                    <a:pt x="5976" y="46505"/>
                  </a:lnTo>
                  <a:lnTo>
                    <a:pt x="0" y="76200"/>
                  </a:lnTo>
                  <a:lnTo>
                    <a:pt x="0" y="685673"/>
                  </a:lnTo>
                  <a:lnTo>
                    <a:pt x="5976" y="715387"/>
                  </a:lnTo>
                  <a:lnTo>
                    <a:pt x="22288" y="739648"/>
                  </a:lnTo>
                  <a:lnTo>
                    <a:pt x="46505" y="756003"/>
                  </a:lnTo>
                  <a:lnTo>
                    <a:pt x="76200" y="762000"/>
                  </a:lnTo>
                  <a:lnTo>
                    <a:pt x="1400175" y="762000"/>
                  </a:lnTo>
                  <a:lnTo>
                    <a:pt x="1429815" y="756003"/>
                  </a:lnTo>
                  <a:lnTo>
                    <a:pt x="1454038" y="739647"/>
                  </a:lnTo>
                  <a:lnTo>
                    <a:pt x="1470380" y="715387"/>
                  </a:lnTo>
                  <a:lnTo>
                    <a:pt x="1476375" y="685673"/>
                  </a:lnTo>
                  <a:lnTo>
                    <a:pt x="1476375" y="76200"/>
                  </a:lnTo>
                  <a:lnTo>
                    <a:pt x="1470380" y="46505"/>
                  </a:lnTo>
                  <a:lnTo>
                    <a:pt x="1454038" y="22288"/>
                  </a:lnTo>
                  <a:lnTo>
                    <a:pt x="1429815" y="5976"/>
                  </a:lnTo>
                  <a:lnTo>
                    <a:pt x="1400175" y="0"/>
                  </a:lnTo>
                  <a:close/>
                </a:path>
              </a:pathLst>
            </a:custGeom>
            <a:solidFill>
              <a:srgbClr val="4F81BC"/>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07" name="Google Shape;107;p9"/>
          <p:cNvSpPr txBox="1"/>
          <p:nvPr/>
        </p:nvSpPr>
        <p:spPr>
          <a:xfrm>
            <a:off x="4773625" y="2559375"/>
            <a:ext cx="5963400" cy="2898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1800">
                <a:solidFill>
                  <a:srgbClr val="FFFFFF"/>
                </a:solidFill>
              </a:rPr>
              <a:t>V</a:t>
            </a:r>
            <a:r>
              <a:rPr lang="en-US" sz="1800">
                <a:solidFill>
                  <a:srgbClr val="FFFFFF"/>
                </a:solidFill>
                <a:latin typeface="Arial"/>
                <a:ea typeface="Arial"/>
                <a:cs typeface="Arial"/>
                <a:sym typeface="Arial"/>
              </a:rPr>
              <a:t>erification  	            </a:t>
            </a:r>
            <a:r>
              <a:rPr lang="en-US" sz="1800">
                <a:solidFill>
                  <a:srgbClr val="FFFFFF"/>
                </a:solidFill>
              </a:rPr>
              <a:t>B</a:t>
            </a:r>
            <a:r>
              <a:rPr lang="en-US" sz="1800">
                <a:solidFill>
                  <a:srgbClr val="FFFFFF"/>
                </a:solidFill>
                <a:latin typeface="Arial"/>
                <a:ea typeface="Arial"/>
                <a:cs typeface="Arial"/>
                <a:sym typeface="Arial"/>
              </a:rPr>
              <a:t>ooking	             Confirmation</a:t>
            </a:r>
            <a:endParaRPr sz="1800">
              <a:latin typeface="Arial"/>
              <a:ea typeface="Arial"/>
              <a:cs typeface="Arial"/>
              <a:sym typeface="Arial"/>
            </a:endParaRPr>
          </a:p>
        </p:txBody>
      </p:sp>
      <p:sp>
        <p:nvSpPr>
          <p:cNvPr id="108" name="Google Shape;108;p9"/>
          <p:cNvSpPr txBox="1"/>
          <p:nvPr/>
        </p:nvSpPr>
        <p:spPr>
          <a:xfrm>
            <a:off x="6393700" y="1846575"/>
            <a:ext cx="2833800" cy="420600"/>
          </a:xfrm>
          <a:prstGeom prst="rect">
            <a:avLst/>
          </a:prstGeom>
          <a:noFill/>
          <a:ln>
            <a:noFill/>
          </a:ln>
        </p:spPr>
        <p:txBody>
          <a:bodyPr anchorCtr="0" anchor="t" bIns="0" lIns="0" spcFirstLastPara="1" rIns="0" wrap="square" tIns="81275">
            <a:spAutoFit/>
          </a:bodyPr>
          <a:lstStyle/>
          <a:p>
            <a:pPr indent="0" lvl="0" marL="12700" rtl="0" algn="l">
              <a:spcBef>
                <a:spcPts val="0"/>
              </a:spcBef>
              <a:spcAft>
                <a:spcPts val="0"/>
              </a:spcAft>
              <a:buNone/>
            </a:pPr>
            <a:r>
              <a:rPr b="1" lang="en-US" sz="2200">
                <a:latin typeface="Times New Roman"/>
                <a:ea typeface="Times New Roman"/>
                <a:cs typeface="Times New Roman"/>
                <a:sym typeface="Times New Roman"/>
              </a:rPr>
              <a:t>Prototype modules</a:t>
            </a:r>
            <a:endParaRPr b="1" sz="2200">
              <a:latin typeface="Times New Roman"/>
              <a:ea typeface="Times New Roman"/>
              <a:cs typeface="Times New Roman"/>
              <a:sym typeface="Times New Roman"/>
            </a:endParaRPr>
          </a:p>
        </p:txBody>
      </p:sp>
      <p:grpSp>
        <p:nvGrpSpPr>
          <p:cNvPr id="109" name="Google Shape;109;p9"/>
          <p:cNvGrpSpPr/>
          <p:nvPr/>
        </p:nvGrpSpPr>
        <p:grpSpPr>
          <a:xfrm>
            <a:off x="3419475" y="3438525"/>
            <a:ext cx="8458200" cy="2781300"/>
            <a:chOff x="3419475" y="3438525"/>
            <a:chExt cx="8458200" cy="2781300"/>
          </a:xfrm>
        </p:grpSpPr>
        <p:pic>
          <p:nvPicPr>
            <p:cNvPr id="110" name="Google Shape;110;p9"/>
            <p:cNvPicPr preferRelativeResize="0"/>
            <p:nvPr/>
          </p:nvPicPr>
          <p:blipFill rotWithShape="1">
            <a:blip r:embed="rId20">
              <a:alphaModFix/>
            </a:blip>
            <a:srcRect b="0" l="0" r="0" t="0"/>
            <a:stretch/>
          </p:blipFill>
          <p:spPr>
            <a:xfrm>
              <a:off x="3419475" y="3448050"/>
              <a:ext cx="2000250" cy="2771775"/>
            </a:xfrm>
            <a:prstGeom prst="rect">
              <a:avLst/>
            </a:prstGeom>
            <a:noFill/>
            <a:ln>
              <a:noFill/>
            </a:ln>
          </p:spPr>
        </p:pic>
        <p:pic>
          <p:nvPicPr>
            <p:cNvPr id="111" name="Google Shape;111;p9"/>
            <p:cNvPicPr preferRelativeResize="0"/>
            <p:nvPr/>
          </p:nvPicPr>
          <p:blipFill rotWithShape="1">
            <a:blip r:embed="rId21">
              <a:alphaModFix/>
            </a:blip>
            <a:srcRect b="0" l="0" r="0" t="0"/>
            <a:stretch/>
          </p:blipFill>
          <p:spPr>
            <a:xfrm>
              <a:off x="5619750" y="3457575"/>
              <a:ext cx="1895475" cy="2733675"/>
            </a:xfrm>
            <a:prstGeom prst="rect">
              <a:avLst/>
            </a:prstGeom>
            <a:noFill/>
            <a:ln>
              <a:noFill/>
            </a:ln>
          </p:spPr>
        </p:pic>
        <p:pic>
          <p:nvPicPr>
            <p:cNvPr id="112" name="Google Shape;112;p9"/>
            <p:cNvPicPr preferRelativeResize="0"/>
            <p:nvPr/>
          </p:nvPicPr>
          <p:blipFill rotWithShape="1">
            <a:blip r:embed="rId22">
              <a:alphaModFix/>
            </a:blip>
            <a:srcRect b="0" l="0" r="0" t="0"/>
            <a:stretch/>
          </p:blipFill>
          <p:spPr>
            <a:xfrm>
              <a:off x="7715250" y="3448050"/>
              <a:ext cx="1962150" cy="2743200"/>
            </a:xfrm>
            <a:prstGeom prst="rect">
              <a:avLst/>
            </a:prstGeom>
            <a:noFill/>
            <a:ln>
              <a:noFill/>
            </a:ln>
          </p:spPr>
        </p:pic>
        <p:pic>
          <p:nvPicPr>
            <p:cNvPr id="113" name="Google Shape;113;p9"/>
            <p:cNvPicPr preferRelativeResize="0"/>
            <p:nvPr/>
          </p:nvPicPr>
          <p:blipFill rotWithShape="1">
            <a:blip r:embed="rId23">
              <a:alphaModFix/>
            </a:blip>
            <a:srcRect b="0" l="0" r="0" t="0"/>
            <a:stretch/>
          </p:blipFill>
          <p:spPr>
            <a:xfrm>
              <a:off x="9877425" y="3438525"/>
              <a:ext cx="2000250" cy="2733675"/>
            </a:xfrm>
            <a:prstGeom prst="rect">
              <a:avLst/>
            </a:prstGeom>
            <a:noFill/>
            <a:ln>
              <a:noFill/>
            </a:ln>
          </p:spPr>
        </p:pic>
      </p:grpSp>
      <p:sp>
        <p:nvSpPr>
          <p:cNvPr id="114" name="Google Shape;114;p9"/>
          <p:cNvSpPr txBox="1"/>
          <p:nvPr/>
        </p:nvSpPr>
        <p:spPr>
          <a:xfrm>
            <a:off x="1138785" y="5856166"/>
            <a:ext cx="1501800" cy="215400"/>
          </a:xfrm>
          <a:prstGeom prst="rect">
            <a:avLst/>
          </a:prstGeom>
          <a:noFill/>
          <a:ln>
            <a:noFill/>
          </a:ln>
        </p:spPr>
        <p:txBody>
          <a:bodyPr anchorCtr="0" anchor="t" bIns="0" lIns="0" spcFirstLastPara="1" rIns="0" wrap="square" tIns="0">
            <a:spAutoFit/>
          </a:bodyPr>
          <a:lstStyle/>
          <a:p>
            <a:pPr indent="0" lvl="0" marL="12700" marR="0" rtl="0" algn="l">
              <a:lnSpc>
                <a:spcPct val="103571"/>
              </a:lnSpc>
              <a:spcBef>
                <a:spcPts val="0"/>
              </a:spcBef>
              <a:spcAft>
                <a:spcPts val="0"/>
              </a:spcAft>
              <a:buNone/>
            </a:pPr>
            <a:r>
              <a:rPr b="1" lang="en-US" sz="1400">
                <a:latin typeface="Calibri"/>
                <a:ea typeface="Calibri"/>
                <a:cs typeface="Calibri"/>
                <a:sym typeface="Calibri"/>
              </a:rPr>
              <a:t>Confirmation tickets</a:t>
            </a:r>
            <a:endParaRPr b="1" sz="1400">
              <a:latin typeface="Calibri"/>
              <a:ea typeface="Calibri"/>
              <a:cs typeface="Calibri"/>
              <a:sym typeface="Calibri"/>
            </a:endParaRPr>
          </a:p>
        </p:txBody>
      </p:sp>
      <p:sp>
        <p:nvSpPr>
          <p:cNvPr id="115" name="Google Shape;115;p9"/>
          <p:cNvSpPr txBox="1"/>
          <p:nvPr>
            <p:ph idx="11" type="ftr"/>
          </p:nvPr>
        </p:nvSpPr>
        <p:spPr>
          <a:xfrm>
            <a:off x="5320919" y="6405041"/>
            <a:ext cx="1869300" cy="227100"/>
          </a:xfrm>
          <a:prstGeom prst="rect">
            <a:avLst/>
          </a:prstGeom>
          <a:noFill/>
          <a:ln>
            <a:noFill/>
          </a:ln>
        </p:spPr>
        <p:txBody>
          <a:bodyPr anchorCtr="0" anchor="t" bIns="0" lIns="0" spcFirstLastPara="1" rIns="0" wrap="square" tIns="41900">
            <a:spAutoFit/>
          </a:bodyPr>
          <a:lstStyle/>
          <a:p>
            <a:pPr indent="0" lvl="0" marL="12700" rtl="0" algn="l">
              <a:lnSpc>
                <a:spcPct val="100000"/>
              </a:lnSpc>
              <a:spcBef>
                <a:spcPts val="0"/>
              </a:spcBef>
              <a:spcAft>
                <a:spcPts val="0"/>
              </a:spcAft>
              <a:buNone/>
            </a:pPr>
            <a:r>
              <a:rPr lang="en-US"/>
              <a:t>@SIH 1594</a:t>
            </a:r>
            <a:endParaRPr/>
          </a:p>
        </p:txBody>
      </p:sp>
      <p:sp>
        <p:nvSpPr>
          <p:cNvPr id="116" name="Google Shape;116;p9"/>
          <p:cNvSpPr txBox="1"/>
          <p:nvPr>
            <p:ph idx="12" type="sldNum"/>
          </p:nvPr>
        </p:nvSpPr>
        <p:spPr>
          <a:xfrm>
            <a:off x="11377930" y="6405041"/>
            <a:ext cx="159384" cy="251459"/>
          </a:xfrm>
          <a:prstGeom prst="rect">
            <a:avLst/>
          </a:prstGeom>
          <a:noFill/>
          <a:ln>
            <a:noFill/>
          </a:ln>
        </p:spPr>
        <p:txBody>
          <a:bodyPr anchorCtr="0" anchor="t" bIns="0" lIns="0" spcFirstLastPara="1" rIns="0" wrap="square" tIns="41900">
            <a:spAutoFit/>
          </a:bodyPr>
          <a:lstStyle/>
          <a:p>
            <a:pPr indent="0" lvl="0" marL="41275"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0"/>
          <p:cNvSpPr txBox="1"/>
          <p:nvPr>
            <p:ph type="title"/>
          </p:nvPr>
        </p:nvSpPr>
        <p:spPr>
          <a:xfrm>
            <a:off x="2783458" y="218186"/>
            <a:ext cx="6633845"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FEASIBILITY AND VIABILITY</a:t>
            </a:r>
            <a:endParaRPr/>
          </a:p>
        </p:txBody>
      </p:sp>
      <p:sp>
        <p:nvSpPr>
          <p:cNvPr id="122" name="Google Shape;122;p10"/>
          <p:cNvSpPr txBox="1"/>
          <p:nvPr/>
        </p:nvSpPr>
        <p:spPr>
          <a:xfrm>
            <a:off x="286825" y="1123950"/>
            <a:ext cx="11791500" cy="5148600"/>
          </a:xfrm>
          <a:prstGeom prst="rect">
            <a:avLst/>
          </a:prstGeom>
          <a:noFill/>
          <a:ln>
            <a:noFill/>
          </a:ln>
        </p:spPr>
        <p:txBody>
          <a:bodyPr anchorCtr="0" anchor="t" bIns="0" lIns="0" spcFirstLastPara="1" rIns="0" wrap="square" tIns="5700">
            <a:spAutoFit/>
          </a:bodyPr>
          <a:lstStyle/>
          <a:p>
            <a:pPr indent="-343535" lvl="0" marL="355600" marR="5080" rtl="0" algn="just">
              <a:lnSpc>
                <a:spcPct val="102400"/>
              </a:lnSpc>
              <a:spcBef>
                <a:spcPts val="0"/>
              </a:spcBef>
              <a:spcAft>
                <a:spcPts val="0"/>
              </a:spcAft>
              <a:buSzPts val="2750"/>
              <a:buFont typeface="Arial"/>
              <a:buChar char="•"/>
            </a:pPr>
            <a:r>
              <a:rPr lang="en-US" sz="2750">
                <a:latin typeface="Arial"/>
                <a:ea typeface="Arial"/>
                <a:cs typeface="Arial"/>
                <a:sym typeface="Arial"/>
              </a:rPr>
              <a:t>Live surveillance of the parking vehicles through manpower and  cloud storage of the users for enabling cookies and  booking  history</a:t>
            </a:r>
            <a:endParaRPr sz="2750">
              <a:latin typeface="Arial"/>
              <a:ea typeface="Arial"/>
              <a:cs typeface="Arial"/>
              <a:sym typeface="Arial"/>
            </a:endParaRPr>
          </a:p>
          <a:p>
            <a:pPr indent="0" lvl="0" marL="0" marR="0" rtl="0" algn="l">
              <a:lnSpc>
                <a:spcPct val="100000"/>
              </a:lnSpc>
              <a:spcBef>
                <a:spcPts val="10"/>
              </a:spcBef>
              <a:spcAft>
                <a:spcPts val="0"/>
              </a:spcAft>
              <a:buSzPts val="3000"/>
              <a:buFont typeface="Arial"/>
              <a:buNone/>
            </a:pPr>
            <a:r>
              <a:t/>
            </a:r>
            <a:endParaRPr sz="3000">
              <a:latin typeface="Arial"/>
              <a:ea typeface="Arial"/>
              <a:cs typeface="Arial"/>
              <a:sym typeface="Arial"/>
            </a:endParaRPr>
          </a:p>
          <a:p>
            <a:pPr indent="-343535" lvl="0" marL="355600" marR="9525" rtl="0" algn="just">
              <a:lnSpc>
                <a:spcPct val="100000"/>
              </a:lnSpc>
              <a:spcBef>
                <a:spcPts val="5"/>
              </a:spcBef>
              <a:spcAft>
                <a:spcPts val="0"/>
              </a:spcAft>
              <a:buSzPts val="2750"/>
              <a:buFont typeface="Arial"/>
              <a:buChar char="•"/>
            </a:pPr>
            <a:r>
              <a:rPr lang="en-US" sz="2750">
                <a:latin typeface="Arial"/>
                <a:ea typeface="Arial"/>
                <a:cs typeface="Arial"/>
                <a:sym typeface="Arial"/>
              </a:rPr>
              <a:t>The challenges of implementing surveillance system and cloud  may resulting the additional cost efficiency</a:t>
            </a:r>
            <a:endParaRPr sz="2750"/>
          </a:p>
          <a:p>
            <a:pPr indent="0" lvl="0" marL="0" marR="9525" rtl="0" algn="just">
              <a:lnSpc>
                <a:spcPct val="100000"/>
              </a:lnSpc>
              <a:spcBef>
                <a:spcPts val="5"/>
              </a:spcBef>
              <a:spcAft>
                <a:spcPts val="0"/>
              </a:spcAft>
              <a:buNone/>
            </a:pPr>
            <a:r>
              <a:t/>
            </a:r>
            <a:endParaRPr sz="2750"/>
          </a:p>
          <a:p>
            <a:pPr indent="-343535" lvl="0" marL="355600" marR="9525" rtl="0" algn="just">
              <a:lnSpc>
                <a:spcPct val="100000"/>
              </a:lnSpc>
              <a:spcBef>
                <a:spcPts val="5"/>
              </a:spcBef>
              <a:spcAft>
                <a:spcPts val="0"/>
              </a:spcAft>
              <a:buSzPts val="2750"/>
              <a:buFont typeface="Arial"/>
              <a:buChar char="•"/>
            </a:pPr>
            <a:r>
              <a:rPr lang="en-US" sz="2750">
                <a:latin typeface="Arial"/>
                <a:ea typeface="Arial"/>
                <a:cs typeface="Arial"/>
                <a:sym typeface="Arial"/>
              </a:rPr>
              <a:t>This can be rectified by made the  subscription system and cost  can be collected as monthly or yearl</a:t>
            </a:r>
            <a:r>
              <a:rPr lang="en-US" sz="2750">
                <a:latin typeface="Arial"/>
                <a:ea typeface="Arial"/>
                <a:cs typeface="Arial"/>
                <a:sym typeface="Arial"/>
              </a:rPr>
              <a:t>y</a:t>
            </a:r>
            <a:endParaRPr sz="2750"/>
          </a:p>
          <a:p>
            <a:pPr indent="0" lvl="0" marL="457200" marR="9525" rtl="0" algn="just">
              <a:lnSpc>
                <a:spcPct val="100000"/>
              </a:lnSpc>
              <a:spcBef>
                <a:spcPts val="5"/>
              </a:spcBef>
              <a:spcAft>
                <a:spcPts val="0"/>
              </a:spcAft>
              <a:buNone/>
            </a:pPr>
            <a:r>
              <a:t/>
            </a:r>
            <a:endParaRPr sz="2750"/>
          </a:p>
          <a:p>
            <a:pPr indent="-343535" lvl="0" marL="355600" marR="9525" rtl="0" algn="just">
              <a:lnSpc>
                <a:spcPct val="100000"/>
              </a:lnSpc>
              <a:spcBef>
                <a:spcPts val="5"/>
              </a:spcBef>
              <a:spcAft>
                <a:spcPts val="0"/>
              </a:spcAft>
              <a:buSzPts val="2750"/>
              <a:buFont typeface="Arial"/>
              <a:buChar char="•"/>
            </a:pPr>
            <a:r>
              <a:rPr lang="en-US" sz="2750"/>
              <a:t>Users of this </a:t>
            </a:r>
            <a:r>
              <a:rPr lang="en-US" sz="2750"/>
              <a:t>application</a:t>
            </a:r>
            <a:r>
              <a:rPr lang="en-US" sz="2750"/>
              <a:t> can also utilize </a:t>
            </a:r>
            <a:r>
              <a:rPr lang="en-US" sz="2750"/>
              <a:t>fasttag  recharging for their booking references at the entry plot, which facilities easier information validation</a:t>
            </a:r>
            <a:endParaRPr sz="2750"/>
          </a:p>
        </p:txBody>
      </p:sp>
      <p:pic>
        <p:nvPicPr>
          <p:cNvPr id="123" name="Google Shape;123;p10"/>
          <p:cNvPicPr preferRelativeResize="0"/>
          <p:nvPr/>
        </p:nvPicPr>
        <p:blipFill rotWithShape="1">
          <a:blip r:embed="rId3">
            <a:alphaModFix/>
          </a:blip>
          <a:srcRect b="0" l="0" r="0" t="0"/>
          <a:stretch/>
        </p:blipFill>
        <p:spPr>
          <a:xfrm>
            <a:off x="9858375" y="133350"/>
            <a:ext cx="2143125" cy="990600"/>
          </a:xfrm>
          <a:prstGeom prst="rect">
            <a:avLst/>
          </a:prstGeom>
          <a:noFill/>
          <a:ln>
            <a:noFill/>
          </a:ln>
        </p:spPr>
      </p:pic>
      <p:sp>
        <p:nvSpPr>
          <p:cNvPr id="124" name="Google Shape;124;p10"/>
          <p:cNvSpPr/>
          <p:nvPr/>
        </p:nvSpPr>
        <p:spPr>
          <a:xfrm>
            <a:off x="223837" y="195326"/>
            <a:ext cx="1257935" cy="800100"/>
          </a:xfrm>
          <a:custGeom>
            <a:rect b="b" l="l" r="r" t="t"/>
            <a:pathLst>
              <a:path extrusionOk="0" h="800100" w="1257935">
                <a:moveTo>
                  <a:pt x="0" y="400050"/>
                </a:moveTo>
                <a:lnTo>
                  <a:pt x="10128" y="328130"/>
                </a:lnTo>
                <a:lnTo>
                  <a:pt x="39330" y="260444"/>
                </a:lnTo>
                <a:lnTo>
                  <a:pt x="60528" y="228541"/>
                </a:lnTo>
                <a:lnTo>
                  <a:pt x="85829" y="198120"/>
                </a:lnTo>
                <a:lnTo>
                  <a:pt x="115010" y="169321"/>
                </a:lnTo>
                <a:lnTo>
                  <a:pt x="147850" y="142287"/>
                </a:lnTo>
                <a:lnTo>
                  <a:pt x="184127" y="117157"/>
                </a:lnTo>
                <a:lnTo>
                  <a:pt x="223619" y="94074"/>
                </a:lnTo>
                <a:lnTo>
                  <a:pt x="266103" y="73177"/>
                </a:lnTo>
                <a:lnTo>
                  <a:pt x="311358" y="54610"/>
                </a:lnTo>
                <a:lnTo>
                  <a:pt x="359162" y="38511"/>
                </a:lnTo>
                <a:lnTo>
                  <a:pt x="409294" y="25023"/>
                </a:lnTo>
                <a:lnTo>
                  <a:pt x="461530" y="14287"/>
                </a:lnTo>
                <a:lnTo>
                  <a:pt x="515649" y="6444"/>
                </a:lnTo>
                <a:lnTo>
                  <a:pt x="571430" y="1634"/>
                </a:lnTo>
                <a:lnTo>
                  <a:pt x="628650" y="0"/>
                </a:lnTo>
                <a:lnTo>
                  <a:pt x="685870" y="1634"/>
                </a:lnTo>
                <a:lnTo>
                  <a:pt x="741652" y="6444"/>
                </a:lnTo>
                <a:lnTo>
                  <a:pt x="795774" y="14287"/>
                </a:lnTo>
                <a:lnTo>
                  <a:pt x="848013" y="25023"/>
                </a:lnTo>
                <a:lnTo>
                  <a:pt x="898148" y="38511"/>
                </a:lnTo>
                <a:lnTo>
                  <a:pt x="945957" y="54609"/>
                </a:lnTo>
                <a:lnTo>
                  <a:pt x="991217" y="73177"/>
                </a:lnTo>
                <a:lnTo>
                  <a:pt x="1033707" y="94074"/>
                </a:lnTo>
                <a:lnTo>
                  <a:pt x="1073203" y="117157"/>
                </a:lnTo>
                <a:lnTo>
                  <a:pt x="1109486" y="142287"/>
                </a:lnTo>
                <a:lnTo>
                  <a:pt x="1142331" y="169321"/>
                </a:lnTo>
                <a:lnTo>
                  <a:pt x="1171517" y="198119"/>
                </a:lnTo>
                <a:lnTo>
                  <a:pt x="1196823" y="228541"/>
                </a:lnTo>
                <a:lnTo>
                  <a:pt x="1218025" y="260444"/>
                </a:lnTo>
                <a:lnTo>
                  <a:pt x="1247232" y="328130"/>
                </a:lnTo>
                <a:lnTo>
                  <a:pt x="1257363" y="400050"/>
                </a:lnTo>
                <a:lnTo>
                  <a:pt x="1254793" y="436449"/>
                </a:lnTo>
                <a:lnTo>
                  <a:pt x="1234902" y="506368"/>
                </a:lnTo>
                <a:lnTo>
                  <a:pt x="1196823" y="571503"/>
                </a:lnTo>
                <a:lnTo>
                  <a:pt x="1171517" y="601923"/>
                </a:lnTo>
                <a:lnTo>
                  <a:pt x="1142331" y="630723"/>
                </a:lnTo>
                <a:lnTo>
                  <a:pt x="1109486" y="657760"/>
                </a:lnTo>
                <a:lnTo>
                  <a:pt x="1073203" y="682894"/>
                </a:lnTo>
                <a:lnTo>
                  <a:pt x="1033707" y="705984"/>
                </a:lnTo>
                <a:lnTo>
                  <a:pt x="991217" y="726886"/>
                </a:lnTo>
                <a:lnTo>
                  <a:pt x="945957" y="745461"/>
                </a:lnTo>
                <a:lnTo>
                  <a:pt x="898148" y="761567"/>
                </a:lnTo>
                <a:lnTo>
                  <a:pt x="848013" y="775061"/>
                </a:lnTo>
                <a:lnTo>
                  <a:pt x="795774" y="785803"/>
                </a:lnTo>
                <a:lnTo>
                  <a:pt x="741652" y="793651"/>
                </a:lnTo>
                <a:lnTo>
                  <a:pt x="685870" y="798464"/>
                </a:lnTo>
                <a:lnTo>
                  <a:pt x="628650" y="800100"/>
                </a:lnTo>
                <a:lnTo>
                  <a:pt x="571430" y="798464"/>
                </a:lnTo>
                <a:lnTo>
                  <a:pt x="515649" y="793651"/>
                </a:lnTo>
                <a:lnTo>
                  <a:pt x="461530" y="785803"/>
                </a:lnTo>
                <a:lnTo>
                  <a:pt x="409294" y="775061"/>
                </a:lnTo>
                <a:lnTo>
                  <a:pt x="359162" y="761567"/>
                </a:lnTo>
                <a:lnTo>
                  <a:pt x="311358" y="745461"/>
                </a:lnTo>
                <a:lnTo>
                  <a:pt x="266103" y="726886"/>
                </a:lnTo>
                <a:lnTo>
                  <a:pt x="223619" y="705984"/>
                </a:lnTo>
                <a:lnTo>
                  <a:pt x="184127" y="682894"/>
                </a:lnTo>
                <a:lnTo>
                  <a:pt x="147850" y="657760"/>
                </a:lnTo>
                <a:lnTo>
                  <a:pt x="115010" y="630723"/>
                </a:lnTo>
                <a:lnTo>
                  <a:pt x="85829" y="601923"/>
                </a:lnTo>
                <a:lnTo>
                  <a:pt x="60528" y="571503"/>
                </a:lnTo>
                <a:lnTo>
                  <a:pt x="39330" y="539604"/>
                </a:lnTo>
                <a:lnTo>
                  <a:pt x="10128" y="471936"/>
                </a:lnTo>
                <a:lnTo>
                  <a:pt x="0" y="400050"/>
                </a:lnTo>
                <a:close/>
              </a:path>
            </a:pathLst>
          </a:custGeom>
          <a:noFill/>
          <a:ln cap="flat" cmpd="sng" w="25400">
            <a:solidFill>
              <a:srgbClr val="8063A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25" name="Google Shape;125;p10"/>
          <p:cNvSpPr txBox="1"/>
          <p:nvPr/>
        </p:nvSpPr>
        <p:spPr>
          <a:xfrm>
            <a:off x="550227" y="297116"/>
            <a:ext cx="597535" cy="567690"/>
          </a:xfrm>
          <a:prstGeom prst="rect">
            <a:avLst/>
          </a:prstGeom>
          <a:noFill/>
          <a:ln>
            <a:noFill/>
          </a:ln>
        </p:spPr>
        <p:txBody>
          <a:bodyPr anchorCtr="0" anchor="t" bIns="0" lIns="0" spcFirstLastPara="1" rIns="0" wrap="square" tIns="27925">
            <a:spAutoFit/>
          </a:bodyPr>
          <a:lstStyle/>
          <a:p>
            <a:pPr indent="50800" lvl="0" marL="12700" marR="5080" rtl="0" algn="l">
              <a:lnSpc>
                <a:spcPct val="116666"/>
              </a:lnSpc>
              <a:spcBef>
                <a:spcPts val="0"/>
              </a:spcBef>
              <a:spcAft>
                <a:spcPts val="0"/>
              </a:spcAft>
              <a:buNone/>
            </a:pPr>
            <a:r>
              <a:rPr lang="en-US" sz="1800">
                <a:latin typeface="Arial"/>
                <a:ea typeface="Arial"/>
                <a:cs typeface="Arial"/>
                <a:sym typeface="Arial"/>
              </a:rPr>
              <a:t>Park  Lordz</a:t>
            </a:r>
            <a:endParaRPr sz="1800">
              <a:latin typeface="Arial"/>
              <a:ea typeface="Arial"/>
              <a:cs typeface="Arial"/>
              <a:sym typeface="Arial"/>
            </a:endParaRPr>
          </a:p>
        </p:txBody>
      </p:sp>
      <p:sp>
        <p:nvSpPr>
          <p:cNvPr id="126" name="Google Shape;126;p10"/>
          <p:cNvSpPr txBox="1"/>
          <p:nvPr>
            <p:ph idx="11" type="ftr"/>
          </p:nvPr>
        </p:nvSpPr>
        <p:spPr>
          <a:xfrm>
            <a:off x="5320919" y="6405041"/>
            <a:ext cx="1869300" cy="227100"/>
          </a:xfrm>
          <a:prstGeom prst="rect">
            <a:avLst/>
          </a:prstGeom>
          <a:noFill/>
          <a:ln>
            <a:noFill/>
          </a:ln>
        </p:spPr>
        <p:txBody>
          <a:bodyPr anchorCtr="0" anchor="t" bIns="0" lIns="0" spcFirstLastPara="1" rIns="0" wrap="square" tIns="41900">
            <a:spAutoFit/>
          </a:bodyPr>
          <a:lstStyle/>
          <a:p>
            <a:pPr indent="0" lvl="0" marL="12700" rtl="0" algn="l">
              <a:lnSpc>
                <a:spcPct val="100000"/>
              </a:lnSpc>
              <a:spcBef>
                <a:spcPts val="0"/>
              </a:spcBef>
              <a:spcAft>
                <a:spcPts val="0"/>
              </a:spcAft>
              <a:buNone/>
            </a:pPr>
            <a:r>
              <a:rPr lang="en-US"/>
              <a:t>@SIH 1594</a:t>
            </a:r>
            <a:endParaRPr/>
          </a:p>
        </p:txBody>
      </p:sp>
      <p:sp>
        <p:nvSpPr>
          <p:cNvPr id="127" name="Google Shape;127;p10"/>
          <p:cNvSpPr txBox="1"/>
          <p:nvPr>
            <p:ph idx="12" type="sldNum"/>
          </p:nvPr>
        </p:nvSpPr>
        <p:spPr>
          <a:xfrm>
            <a:off x="11377930" y="6405041"/>
            <a:ext cx="159384" cy="251459"/>
          </a:xfrm>
          <a:prstGeom prst="rect">
            <a:avLst/>
          </a:prstGeom>
          <a:noFill/>
          <a:ln>
            <a:noFill/>
          </a:ln>
        </p:spPr>
        <p:txBody>
          <a:bodyPr anchorCtr="0" anchor="t" bIns="0" lIns="0" spcFirstLastPara="1" rIns="0" wrap="square" tIns="41900">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1"/>
          <p:cNvSpPr txBox="1"/>
          <p:nvPr>
            <p:ph type="title"/>
          </p:nvPr>
        </p:nvSpPr>
        <p:spPr>
          <a:xfrm>
            <a:off x="3418840" y="218186"/>
            <a:ext cx="5360035"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IMPACT AND BENEFITS</a:t>
            </a:r>
            <a:endParaRPr/>
          </a:p>
        </p:txBody>
      </p:sp>
      <p:sp>
        <p:nvSpPr>
          <p:cNvPr id="133" name="Google Shape;133;p11"/>
          <p:cNvSpPr txBox="1"/>
          <p:nvPr/>
        </p:nvSpPr>
        <p:spPr>
          <a:xfrm>
            <a:off x="688975" y="1209039"/>
            <a:ext cx="11037600" cy="4482900"/>
          </a:xfrm>
          <a:prstGeom prst="rect">
            <a:avLst/>
          </a:prstGeom>
          <a:noFill/>
          <a:ln>
            <a:noFill/>
          </a:ln>
        </p:spPr>
        <p:txBody>
          <a:bodyPr anchorCtr="0" anchor="t" bIns="0" lIns="0" spcFirstLastPara="1" rIns="0" wrap="square" tIns="16500">
            <a:spAutoFit/>
          </a:bodyPr>
          <a:lstStyle/>
          <a:p>
            <a:pPr indent="0" lvl="0" marL="0" marR="6985" rtl="0" algn="l">
              <a:lnSpc>
                <a:spcPct val="100000"/>
              </a:lnSpc>
              <a:spcBef>
                <a:spcPts val="455"/>
              </a:spcBef>
              <a:spcAft>
                <a:spcPts val="0"/>
              </a:spcAft>
              <a:buNone/>
            </a:pPr>
            <a:r>
              <a:rPr b="1" lang="en-US" sz="2750">
                <a:latin typeface="Times New Roman"/>
                <a:ea typeface="Times New Roman"/>
                <a:cs typeface="Times New Roman"/>
                <a:sym typeface="Times New Roman"/>
              </a:rPr>
              <a:t>IMPACTS: </a:t>
            </a:r>
            <a:endParaRPr b="1" sz="2750">
              <a:latin typeface="Times New Roman"/>
              <a:ea typeface="Times New Roman"/>
              <a:cs typeface="Times New Roman"/>
              <a:sym typeface="Times New Roman"/>
            </a:endParaRPr>
          </a:p>
          <a:p>
            <a:pPr indent="0" lvl="0" marL="457200" marR="6985" rtl="0" algn="l">
              <a:lnSpc>
                <a:spcPct val="100000"/>
              </a:lnSpc>
              <a:spcBef>
                <a:spcPts val="455"/>
              </a:spcBef>
              <a:spcAft>
                <a:spcPts val="0"/>
              </a:spcAft>
              <a:buNone/>
            </a:pPr>
            <a:r>
              <a:rPr lang="en-US" sz="2750"/>
              <a:t>• Eliminate parking related stresses and property damage from non parking disasters caused by ignorance of parking slots availability, especially for our intended audience(Individuals who require parking slots) </a:t>
            </a:r>
            <a:endParaRPr sz="2750"/>
          </a:p>
          <a:p>
            <a:pPr indent="0" lvl="0" marL="0" marR="6985" rtl="0" algn="l">
              <a:lnSpc>
                <a:spcPct val="100000"/>
              </a:lnSpc>
              <a:spcBef>
                <a:spcPts val="455"/>
              </a:spcBef>
              <a:spcAft>
                <a:spcPts val="0"/>
              </a:spcAft>
              <a:buNone/>
            </a:pPr>
            <a:r>
              <a:rPr b="1" lang="en-US" sz="2750">
                <a:latin typeface="Times New Roman"/>
                <a:ea typeface="Times New Roman"/>
                <a:cs typeface="Times New Roman"/>
                <a:sym typeface="Times New Roman"/>
              </a:rPr>
              <a:t>BENEFITS:</a:t>
            </a:r>
            <a:endParaRPr b="1" sz="2750">
              <a:latin typeface="Times New Roman"/>
              <a:ea typeface="Times New Roman"/>
              <a:cs typeface="Times New Roman"/>
              <a:sym typeface="Times New Roman"/>
            </a:endParaRPr>
          </a:p>
          <a:p>
            <a:pPr indent="0" lvl="0" marL="457200" marR="6985" rtl="0" algn="l">
              <a:lnSpc>
                <a:spcPct val="100000"/>
              </a:lnSpc>
              <a:spcBef>
                <a:spcPts val="455"/>
              </a:spcBef>
              <a:spcAft>
                <a:spcPts val="0"/>
              </a:spcAft>
              <a:buNone/>
            </a:pPr>
            <a:r>
              <a:rPr lang="en-US" sz="2750"/>
              <a:t>• By making it simpler to locate parking spaces, this application gives users a worry free driving experience while also saving time. </a:t>
            </a:r>
            <a:endParaRPr sz="2750"/>
          </a:p>
          <a:p>
            <a:pPr indent="0" lvl="0" marL="457200" marR="6985" rtl="0" algn="l">
              <a:lnSpc>
                <a:spcPct val="100000"/>
              </a:lnSpc>
              <a:spcBef>
                <a:spcPts val="455"/>
              </a:spcBef>
              <a:spcAft>
                <a:spcPts val="0"/>
              </a:spcAft>
              <a:buNone/>
            </a:pPr>
            <a:r>
              <a:rPr lang="en-US" sz="2750"/>
              <a:t>• This leads an effortless secured payment and also decreased traffic congestion and fuel energy savings.</a:t>
            </a:r>
            <a:endParaRPr sz="2750"/>
          </a:p>
        </p:txBody>
      </p:sp>
      <p:pic>
        <p:nvPicPr>
          <p:cNvPr id="134" name="Google Shape;134;p11"/>
          <p:cNvPicPr preferRelativeResize="0"/>
          <p:nvPr/>
        </p:nvPicPr>
        <p:blipFill rotWithShape="1">
          <a:blip r:embed="rId3">
            <a:alphaModFix/>
          </a:blip>
          <a:srcRect b="0" l="0" r="0" t="0"/>
          <a:stretch/>
        </p:blipFill>
        <p:spPr>
          <a:xfrm>
            <a:off x="9858375" y="133350"/>
            <a:ext cx="2143125" cy="990600"/>
          </a:xfrm>
          <a:prstGeom prst="rect">
            <a:avLst/>
          </a:prstGeom>
          <a:noFill/>
          <a:ln>
            <a:noFill/>
          </a:ln>
        </p:spPr>
      </p:pic>
      <p:sp>
        <p:nvSpPr>
          <p:cNvPr id="135" name="Google Shape;135;p11"/>
          <p:cNvSpPr/>
          <p:nvPr/>
        </p:nvSpPr>
        <p:spPr>
          <a:xfrm>
            <a:off x="300037" y="262000"/>
            <a:ext cx="1248410" cy="809625"/>
          </a:xfrm>
          <a:custGeom>
            <a:rect b="b" l="l" r="r" t="t"/>
            <a:pathLst>
              <a:path extrusionOk="0" h="809625" w="1248410">
                <a:moveTo>
                  <a:pt x="0" y="404749"/>
                </a:moveTo>
                <a:lnTo>
                  <a:pt x="10051" y="331999"/>
                </a:lnTo>
                <a:lnTo>
                  <a:pt x="39031" y="263525"/>
                </a:lnTo>
                <a:lnTo>
                  <a:pt x="60069" y="231249"/>
                </a:lnTo>
                <a:lnTo>
                  <a:pt x="85178" y="200471"/>
                </a:lnTo>
                <a:lnTo>
                  <a:pt x="114139" y="171334"/>
                </a:lnTo>
                <a:lnTo>
                  <a:pt x="146730" y="143981"/>
                </a:lnTo>
                <a:lnTo>
                  <a:pt x="182732" y="118554"/>
                </a:lnTo>
                <a:lnTo>
                  <a:pt x="221924" y="95197"/>
                </a:lnTo>
                <a:lnTo>
                  <a:pt x="264087" y="74052"/>
                </a:lnTo>
                <a:lnTo>
                  <a:pt x="308999" y="55263"/>
                </a:lnTo>
                <a:lnTo>
                  <a:pt x="356441" y="38973"/>
                </a:lnTo>
                <a:lnTo>
                  <a:pt x="406192" y="25324"/>
                </a:lnTo>
                <a:lnTo>
                  <a:pt x="458033" y="14459"/>
                </a:lnTo>
                <a:lnTo>
                  <a:pt x="511742" y="6521"/>
                </a:lnTo>
                <a:lnTo>
                  <a:pt x="567100" y="1654"/>
                </a:lnTo>
                <a:lnTo>
                  <a:pt x="623887" y="0"/>
                </a:lnTo>
                <a:lnTo>
                  <a:pt x="680674" y="1654"/>
                </a:lnTo>
                <a:lnTo>
                  <a:pt x="736034" y="6521"/>
                </a:lnTo>
                <a:lnTo>
                  <a:pt x="789746" y="14459"/>
                </a:lnTo>
                <a:lnTo>
                  <a:pt x="841590" y="25324"/>
                </a:lnTo>
                <a:lnTo>
                  <a:pt x="891345" y="38973"/>
                </a:lnTo>
                <a:lnTo>
                  <a:pt x="938791" y="55263"/>
                </a:lnTo>
                <a:lnTo>
                  <a:pt x="983709" y="74052"/>
                </a:lnTo>
                <a:lnTo>
                  <a:pt x="1025876" y="95197"/>
                </a:lnTo>
                <a:lnTo>
                  <a:pt x="1065074" y="118554"/>
                </a:lnTo>
                <a:lnTo>
                  <a:pt x="1101081" y="143981"/>
                </a:lnTo>
                <a:lnTo>
                  <a:pt x="1133677" y="171334"/>
                </a:lnTo>
                <a:lnTo>
                  <a:pt x="1162643" y="200471"/>
                </a:lnTo>
                <a:lnTo>
                  <a:pt x="1187756" y="231249"/>
                </a:lnTo>
                <a:lnTo>
                  <a:pt x="1208798" y="263525"/>
                </a:lnTo>
                <a:lnTo>
                  <a:pt x="1237784" y="331999"/>
                </a:lnTo>
                <a:lnTo>
                  <a:pt x="1247838" y="404749"/>
                </a:lnTo>
                <a:lnTo>
                  <a:pt x="1245288" y="441588"/>
                </a:lnTo>
                <a:lnTo>
                  <a:pt x="1225547" y="512350"/>
                </a:lnTo>
                <a:lnTo>
                  <a:pt x="1187756" y="578272"/>
                </a:lnTo>
                <a:lnTo>
                  <a:pt x="1162643" y="609059"/>
                </a:lnTo>
                <a:lnTo>
                  <a:pt x="1133677" y="638206"/>
                </a:lnTo>
                <a:lnTo>
                  <a:pt x="1101081" y="665569"/>
                </a:lnTo>
                <a:lnTo>
                  <a:pt x="1065074" y="691006"/>
                </a:lnTo>
                <a:lnTo>
                  <a:pt x="1025876" y="714374"/>
                </a:lnTo>
                <a:lnTo>
                  <a:pt x="983709" y="735529"/>
                </a:lnTo>
                <a:lnTo>
                  <a:pt x="938791" y="754328"/>
                </a:lnTo>
                <a:lnTo>
                  <a:pt x="891345" y="770627"/>
                </a:lnTo>
                <a:lnTo>
                  <a:pt x="841590" y="784284"/>
                </a:lnTo>
                <a:lnTo>
                  <a:pt x="789746" y="795156"/>
                </a:lnTo>
                <a:lnTo>
                  <a:pt x="736034" y="803099"/>
                </a:lnTo>
                <a:lnTo>
                  <a:pt x="680674" y="807969"/>
                </a:lnTo>
                <a:lnTo>
                  <a:pt x="623887" y="809625"/>
                </a:lnTo>
                <a:lnTo>
                  <a:pt x="567100" y="807969"/>
                </a:lnTo>
                <a:lnTo>
                  <a:pt x="511742" y="803099"/>
                </a:lnTo>
                <a:lnTo>
                  <a:pt x="458033" y="795156"/>
                </a:lnTo>
                <a:lnTo>
                  <a:pt x="406192" y="784284"/>
                </a:lnTo>
                <a:lnTo>
                  <a:pt x="356441" y="770627"/>
                </a:lnTo>
                <a:lnTo>
                  <a:pt x="308999" y="754328"/>
                </a:lnTo>
                <a:lnTo>
                  <a:pt x="264087" y="735529"/>
                </a:lnTo>
                <a:lnTo>
                  <a:pt x="221924" y="714374"/>
                </a:lnTo>
                <a:lnTo>
                  <a:pt x="182732" y="691007"/>
                </a:lnTo>
                <a:lnTo>
                  <a:pt x="146730" y="665569"/>
                </a:lnTo>
                <a:lnTo>
                  <a:pt x="114139" y="638206"/>
                </a:lnTo>
                <a:lnTo>
                  <a:pt x="85178" y="609059"/>
                </a:lnTo>
                <a:lnTo>
                  <a:pt x="60069" y="578272"/>
                </a:lnTo>
                <a:lnTo>
                  <a:pt x="39031" y="545988"/>
                </a:lnTo>
                <a:lnTo>
                  <a:pt x="10051" y="477503"/>
                </a:lnTo>
                <a:lnTo>
                  <a:pt x="0" y="404749"/>
                </a:lnTo>
                <a:close/>
              </a:path>
            </a:pathLst>
          </a:custGeom>
          <a:noFill/>
          <a:ln cap="flat" cmpd="sng" w="25400">
            <a:solidFill>
              <a:srgbClr val="8063A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36" name="Google Shape;136;p11"/>
          <p:cNvSpPr txBox="1"/>
          <p:nvPr/>
        </p:nvSpPr>
        <p:spPr>
          <a:xfrm>
            <a:off x="621982" y="368998"/>
            <a:ext cx="597535" cy="567055"/>
          </a:xfrm>
          <a:prstGeom prst="rect">
            <a:avLst/>
          </a:prstGeom>
          <a:noFill/>
          <a:ln>
            <a:noFill/>
          </a:ln>
        </p:spPr>
        <p:txBody>
          <a:bodyPr anchorCtr="0" anchor="t" bIns="0" lIns="0" spcFirstLastPara="1" rIns="0" wrap="square" tIns="27925">
            <a:spAutoFit/>
          </a:bodyPr>
          <a:lstStyle/>
          <a:p>
            <a:pPr indent="50800" lvl="0" marL="12700" marR="5080" rtl="0" algn="l">
              <a:lnSpc>
                <a:spcPct val="116666"/>
              </a:lnSpc>
              <a:spcBef>
                <a:spcPts val="0"/>
              </a:spcBef>
              <a:spcAft>
                <a:spcPts val="0"/>
              </a:spcAft>
              <a:buNone/>
            </a:pPr>
            <a:r>
              <a:rPr lang="en-US" sz="1800">
                <a:latin typeface="Arial"/>
                <a:ea typeface="Arial"/>
                <a:cs typeface="Arial"/>
                <a:sym typeface="Arial"/>
              </a:rPr>
              <a:t>Park  Lordz</a:t>
            </a:r>
            <a:endParaRPr sz="1800">
              <a:latin typeface="Arial"/>
              <a:ea typeface="Arial"/>
              <a:cs typeface="Arial"/>
              <a:sym typeface="Arial"/>
            </a:endParaRPr>
          </a:p>
        </p:txBody>
      </p:sp>
      <p:sp>
        <p:nvSpPr>
          <p:cNvPr id="137" name="Google Shape;137;p11"/>
          <p:cNvSpPr txBox="1"/>
          <p:nvPr>
            <p:ph idx="11" type="ftr"/>
          </p:nvPr>
        </p:nvSpPr>
        <p:spPr>
          <a:xfrm>
            <a:off x="5320919" y="6405041"/>
            <a:ext cx="1869300" cy="227100"/>
          </a:xfrm>
          <a:prstGeom prst="rect">
            <a:avLst/>
          </a:prstGeom>
          <a:noFill/>
          <a:ln>
            <a:noFill/>
          </a:ln>
        </p:spPr>
        <p:txBody>
          <a:bodyPr anchorCtr="0" anchor="t" bIns="0" lIns="0" spcFirstLastPara="1" rIns="0" wrap="square" tIns="41900">
            <a:spAutoFit/>
          </a:bodyPr>
          <a:lstStyle/>
          <a:p>
            <a:pPr indent="0" lvl="0" marL="12700" rtl="0" algn="l">
              <a:lnSpc>
                <a:spcPct val="100000"/>
              </a:lnSpc>
              <a:spcBef>
                <a:spcPts val="0"/>
              </a:spcBef>
              <a:spcAft>
                <a:spcPts val="0"/>
              </a:spcAft>
              <a:buNone/>
            </a:pPr>
            <a:r>
              <a:rPr lang="en-US"/>
              <a:t>@SIH 1594</a:t>
            </a:r>
            <a:endParaRPr/>
          </a:p>
        </p:txBody>
      </p:sp>
      <p:sp>
        <p:nvSpPr>
          <p:cNvPr id="138" name="Google Shape;138;p11"/>
          <p:cNvSpPr txBox="1"/>
          <p:nvPr>
            <p:ph idx="12" type="sldNum"/>
          </p:nvPr>
        </p:nvSpPr>
        <p:spPr>
          <a:xfrm>
            <a:off x="11377930" y="6405041"/>
            <a:ext cx="159384" cy="251459"/>
          </a:xfrm>
          <a:prstGeom prst="rect">
            <a:avLst/>
          </a:prstGeom>
          <a:noFill/>
          <a:ln>
            <a:noFill/>
          </a:ln>
        </p:spPr>
        <p:txBody>
          <a:bodyPr anchorCtr="0" anchor="t" bIns="0" lIns="0" spcFirstLastPara="1" rIns="0" wrap="square" tIns="41900">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type="title"/>
          </p:nvPr>
        </p:nvSpPr>
        <p:spPr>
          <a:xfrm>
            <a:off x="2611754" y="218186"/>
            <a:ext cx="6979284" cy="575310"/>
          </a:xfrm>
          <a:prstGeom prst="rect">
            <a:avLst/>
          </a:prstGeom>
          <a:noFill/>
          <a:ln>
            <a:noFill/>
          </a:ln>
        </p:spPr>
        <p:txBody>
          <a:bodyPr anchorCtr="0" anchor="t" bIns="0" lIns="0" spcFirstLastPara="1" rIns="0" wrap="square" tIns="13325">
            <a:spAutoFit/>
          </a:bodyPr>
          <a:lstStyle/>
          <a:p>
            <a:pPr indent="0" lvl="0" marL="12700" rtl="0" algn="l">
              <a:lnSpc>
                <a:spcPct val="100000"/>
              </a:lnSpc>
              <a:spcBef>
                <a:spcPts val="0"/>
              </a:spcBef>
              <a:spcAft>
                <a:spcPts val="0"/>
              </a:spcAft>
              <a:buNone/>
            </a:pPr>
            <a:r>
              <a:rPr lang="en-US"/>
              <a:t>RESEARCH	AND REFERENCES</a:t>
            </a:r>
            <a:endParaRPr/>
          </a:p>
        </p:txBody>
      </p:sp>
      <p:sp>
        <p:nvSpPr>
          <p:cNvPr id="144" name="Google Shape;144;p12"/>
          <p:cNvSpPr txBox="1"/>
          <p:nvPr/>
        </p:nvSpPr>
        <p:spPr>
          <a:xfrm>
            <a:off x="325262" y="1191553"/>
            <a:ext cx="10551300" cy="4175700"/>
          </a:xfrm>
          <a:prstGeom prst="rect">
            <a:avLst/>
          </a:prstGeom>
          <a:noFill/>
          <a:ln>
            <a:noFill/>
          </a:ln>
        </p:spPr>
        <p:txBody>
          <a:bodyPr anchorCtr="0" anchor="t" bIns="0" lIns="0" spcFirstLastPara="1" rIns="0" wrap="square" tIns="15875">
            <a:spAutoFit/>
          </a:bodyPr>
          <a:lstStyle/>
          <a:p>
            <a:pPr indent="-317500" lvl="0" marL="355600" marR="0" rtl="0" algn="l">
              <a:lnSpc>
                <a:spcPct val="150000"/>
              </a:lnSpc>
              <a:spcBef>
                <a:spcPts val="0"/>
              </a:spcBef>
              <a:spcAft>
                <a:spcPts val="0"/>
              </a:spcAft>
              <a:buSzPts val="2350"/>
              <a:buFont typeface="Arial"/>
              <a:buChar char="●"/>
            </a:pPr>
            <a:r>
              <a:rPr lang="en-US" sz="2350"/>
              <a:t> </a:t>
            </a:r>
            <a:r>
              <a:rPr lang="en-US" sz="2350">
                <a:latin typeface="Arial"/>
                <a:ea typeface="Arial"/>
                <a:cs typeface="Arial"/>
                <a:sym typeface="Arial"/>
              </a:rPr>
              <a:t>Automatic Car Parking System using PLC</a:t>
            </a:r>
            <a:endParaRPr sz="2350">
              <a:latin typeface="Arial"/>
              <a:ea typeface="Arial"/>
              <a:cs typeface="Arial"/>
              <a:sym typeface="Arial"/>
            </a:endParaRPr>
          </a:p>
          <a:p>
            <a:pPr indent="0" lvl="0" marL="12700" marR="0" rtl="0" algn="l">
              <a:lnSpc>
                <a:spcPct val="150000"/>
              </a:lnSpc>
              <a:spcBef>
                <a:spcPts val="0"/>
              </a:spcBef>
              <a:spcAft>
                <a:spcPts val="0"/>
              </a:spcAft>
              <a:buNone/>
            </a:pPr>
            <a:r>
              <a:rPr lang="en-US" sz="2350" u="sng">
                <a:solidFill>
                  <a:schemeClr val="hlink"/>
                </a:solidFill>
                <a:latin typeface="Arial"/>
                <a:ea typeface="Arial"/>
                <a:cs typeface="Arial"/>
                <a:sym typeface="Arial"/>
                <a:hlinkClick r:id="rId3"/>
              </a:rPr>
              <a:t>https://doi.org/10.17577/ijertv9is060193</a:t>
            </a:r>
            <a:endParaRPr sz="2350"/>
          </a:p>
          <a:p>
            <a:pPr indent="-377825" lvl="0" marL="457200" marR="0" rtl="0" algn="l">
              <a:lnSpc>
                <a:spcPct val="150000"/>
              </a:lnSpc>
              <a:spcBef>
                <a:spcPts val="0"/>
              </a:spcBef>
              <a:spcAft>
                <a:spcPts val="0"/>
              </a:spcAft>
              <a:buSzPts val="2350"/>
              <a:buFont typeface="Arial"/>
              <a:buChar char="●"/>
            </a:pPr>
            <a:r>
              <a:rPr lang="en-US" sz="2350">
                <a:latin typeface="Arial"/>
                <a:ea typeface="Arial"/>
                <a:cs typeface="Arial"/>
                <a:sym typeface="Arial"/>
              </a:rPr>
              <a:t>Design and Implementation of an Android Smart Parki</a:t>
            </a:r>
            <a:r>
              <a:rPr lang="en-US" sz="2350">
                <a:latin typeface="Arial"/>
                <a:ea typeface="Arial"/>
                <a:cs typeface="Arial"/>
                <a:sym typeface="Arial"/>
              </a:rPr>
              <a:t>ng Mobile              </a:t>
            </a:r>
            <a:r>
              <a:rPr lang="en-US" sz="2350">
                <a:latin typeface="Arial"/>
                <a:ea typeface="Arial"/>
                <a:cs typeface="Arial"/>
                <a:sym typeface="Arial"/>
              </a:rPr>
              <a:t>Application</a:t>
            </a:r>
            <a:r>
              <a:rPr lang="en-US" sz="2350">
                <a:solidFill>
                  <a:srgbClr val="0000FF"/>
                </a:solidFill>
                <a:latin typeface="Arial"/>
                <a:ea typeface="Arial"/>
                <a:cs typeface="Arial"/>
                <a:sym typeface="Arial"/>
              </a:rPr>
              <a:t> </a:t>
            </a:r>
            <a:endParaRPr sz="2350">
              <a:latin typeface="Arial"/>
              <a:ea typeface="Arial"/>
              <a:cs typeface="Arial"/>
              <a:sym typeface="Arial"/>
            </a:endParaRPr>
          </a:p>
          <a:p>
            <a:pPr indent="0" lvl="0" marL="12700" marR="0" rtl="0" algn="l">
              <a:lnSpc>
                <a:spcPct val="150000"/>
              </a:lnSpc>
              <a:spcBef>
                <a:spcPts val="0"/>
              </a:spcBef>
              <a:spcAft>
                <a:spcPts val="0"/>
              </a:spcAft>
              <a:buNone/>
            </a:pPr>
            <a:r>
              <a:rPr lang="en-US" sz="2350" u="sng">
                <a:solidFill>
                  <a:schemeClr val="hlink"/>
                </a:solidFill>
                <a:latin typeface="Arial"/>
                <a:ea typeface="Arial"/>
                <a:cs typeface="Arial"/>
                <a:sym typeface="Arial"/>
                <a:hlinkClick r:id="rId4"/>
              </a:rPr>
              <a:t>https://doi.org/10.18421/tem94-06</a:t>
            </a:r>
            <a:endParaRPr sz="2350"/>
          </a:p>
          <a:p>
            <a:pPr indent="-377825" lvl="0" marL="457200" marR="0" rtl="0" algn="l">
              <a:lnSpc>
                <a:spcPct val="150000"/>
              </a:lnSpc>
              <a:spcBef>
                <a:spcPts val="0"/>
              </a:spcBef>
              <a:spcAft>
                <a:spcPts val="0"/>
              </a:spcAft>
              <a:buSzPts val="2350"/>
              <a:buChar char="●"/>
            </a:pPr>
            <a:r>
              <a:rPr lang="en-US" sz="2350"/>
              <a:t>Earn money through by your parking space</a:t>
            </a:r>
            <a:endParaRPr sz="2350"/>
          </a:p>
          <a:p>
            <a:pPr indent="0" lvl="0" marL="0" marR="0" rtl="0" algn="l">
              <a:lnSpc>
                <a:spcPct val="150000"/>
              </a:lnSpc>
              <a:spcBef>
                <a:spcPts val="0"/>
              </a:spcBef>
              <a:spcAft>
                <a:spcPts val="0"/>
              </a:spcAft>
              <a:buNone/>
            </a:pPr>
            <a:r>
              <a:rPr lang="en-US" sz="2350" u="sng">
                <a:solidFill>
                  <a:schemeClr val="hlink"/>
                </a:solidFill>
                <a:hlinkClick r:id="rId5"/>
              </a:rPr>
              <a:t>Parkify | Parking near me</a:t>
            </a:r>
            <a:r>
              <a:rPr lang="en-US" sz="2350"/>
              <a:t>    </a:t>
            </a:r>
            <a:endParaRPr sz="2350"/>
          </a:p>
          <a:p>
            <a:pPr indent="0" lvl="0" marL="0" marR="0" rtl="0" algn="l">
              <a:lnSpc>
                <a:spcPct val="150000"/>
              </a:lnSpc>
              <a:spcBef>
                <a:spcPts val="0"/>
              </a:spcBef>
              <a:spcAft>
                <a:spcPts val="0"/>
              </a:spcAft>
              <a:buNone/>
            </a:pPr>
            <a:r>
              <a:t/>
            </a:r>
            <a:endParaRPr sz="2350"/>
          </a:p>
        </p:txBody>
      </p:sp>
      <p:pic>
        <p:nvPicPr>
          <p:cNvPr id="145" name="Google Shape;145;p12"/>
          <p:cNvPicPr preferRelativeResize="0"/>
          <p:nvPr/>
        </p:nvPicPr>
        <p:blipFill rotWithShape="1">
          <a:blip r:embed="rId6">
            <a:alphaModFix/>
          </a:blip>
          <a:srcRect b="0" l="0" r="0" t="0"/>
          <a:stretch/>
        </p:blipFill>
        <p:spPr>
          <a:xfrm>
            <a:off x="9858375" y="133350"/>
            <a:ext cx="2143125" cy="1000125"/>
          </a:xfrm>
          <a:prstGeom prst="rect">
            <a:avLst/>
          </a:prstGeom>
          <a:noFill/>
          <a:ln>
            <a:noFill/>
          </a:ln>
        </p:spPr>
      </p:pic>
      <p:sp>
        <p:nvSpPr>
          <p:cNvPr id="146" name="Google Shape;146;p12"/>
          <p:cNvSpPr/>
          <p:nvPr/>
        </p:nvSpPr>
        <p:spPr>
          <a:xfrm>
            <a:off x="300037" y="262000"/>
            <a:ext cx="1248410" cy="809625"/>
          </a:xfrm>
          <a:custGeom>
            <a:rect b="b" l="l" r="r" t="t"/>
            <a:pathLst>
              <a:path extrusionOk="0" h="809625" w="1248410">
                <a:moveTo>
                  <a:pt x="0" y="404749"/>
                </a:moveTo>
                <a:lnTo>
                  <a:pt x="10051" y="331999"/>
                </a:lnTo>
                <a:lnTo>
                  <a:pt x="39031" y="263525"/>
                </a:lnTo>
                <a:lnTo>
                  <a:pt x="60069" y="231249"/>
                </a:lnTo>
                <a:lnTo>
                  <a:pt x="85178" y="200471"/>
                </a:lnTo>
                <a:lnTo>
                  <a:pt x="114139" y="171334"/>
                </a:lnTo>
                <a:lnTo>
                  <a:pt x="146730" y="143981"/>
                </a:lnTo>
                <a:lnTo>
                  <a:pt x="182732" y="118554"/>
                </a:lnTo>
                <a:lnTo>
                  <a:pt x="221924" y="95197"/>
                </a:lnTo>
                <a:lnTo>
                  <a:pt x="264087" y="74052"/>
                </a:lnTo>
                <a:lnTo>
                  <a:pt x="308999" y="55263"/>
                </a:lnTo>
                <a:lnTo>
                  <a:pt x="356441" y="38973"/>
                </a:lnTo>
                <a:lnTo>
                  <a:pt x="406192" y="25324"/>
                </a:lnTo>
                <a:lnTo>
                  <a:pt x="458033" y="14459"/>
                </a:lnTo>
                <a:lnTo>
                  <a:pt x="511742" y="6521"/>
                </a:lnTo>
                <a:lnTo>
                  <a:pt x="567100" y="1654"/>
                </a:lnTo>
                <a:lnTo>
                  <a:pt x="623887" y="0"/>
                </a:lnTo>
                <a:lnTo>
                  <a:pt x="680674" y="1654"/>
                </a:lnTo>
                <a:lnTo>
                  <a:pt x="736034" y="6521"/>
                </a:lnTo>
                <a:lnTo>
                  <a:pt x="789746" y="14459"/>
                </a:lnTo>
                <a:lnTo>
                  <a:pt x="841590" y="25324"/>
                </a:lnTo>
                <a:lnTo>
                  <a:pt x="891345" y="38973"/>
                </a:lnTo>
                <a:lnTo>
                  <a:pt x="938791" y="55263"/>
                </a:lnTo>
                <a:lnTo>
                  <a:pt x="983709" y="74052"/>
                </a:lnTo>
                <a:lnTo>
                  <a:pt x="1025876" y="95197"/>
                </a:lnTo>
                <a:lnTo>
                  <a:pt x="1065074" y="118554"/>
                </a:lnTo>
                <a:lnTo>
                  <a:pt x="1101081" y="143981"/>
                </a:lnTo>
                <a:lnTo>
                  <a:pt x="1133677" y="171334"/>
                </a:lnTo>
                <a:lnTo>
                  <a:pt x="1162643" y="200471"/>
                </a:lnTo>
                <a:lnTo>
                  <a:pt x="1187756" y="231249"/>
                </a:lnTo>
                <a:lnTo>
                  <a:pt x="1208798" y="263525"/>
                </a:lnTo>
                <a:lnTo>
                  <a:pt x="1237784" y="331999"/>
                </a:lnTo>
                <a:lnTo>
                  <a:pt x="1247838" y="404749"/>
                </a:lnTo>
                <a:lnTo>
                  <a:pt x="1245288" y="441588"/>
                </a:lnTo>
                <a:lnTo>
                  <a:pt x="1225547" y="512350"/>
                </a:lnTo>
                <a:lnTo>
                  <a:pt x="1187756" y="578272"/>
                </a:lnTo>
                <a:lnTo>
                  <a:pt x="1162643" y="609059"/>
                </a:lnTo>
                <a:lnTo>
                  <a:pt x="1133677" y="638206"/>
                </a:lnTo>
                <a:lnTo>
                  <a:pt x="1101081" y="665569"/>
                </a:lnTo>
                <a:lnTo>
                  <a:pt x="1065074" y="691006"/>
                </a:lnTo>
                <a:lnTo>
                  <a:pt x="1025876" y="714374"/>
                </a:lnTo>
                <a:lnTo>
                  <a:pt x="983709" y="735529"/>
                </a:lnTo>
                <a:lnTo>
                  <a:pt x="938791" y="754328"/>
                </a:lnTo>
                <a:lnTo>
                  <a:pt x="891345" y="770627"/>
                </a:lnTo>
                <a:lnTo>
                  <a:pt x="841590" y="784284"/>
                </a:lnTo>
                <a:lnTo>
                  <a:pt x="789746" y="795156"/>
                </a:lnTo>
                <a:lnTo>
                  <a:pt x="736034" y="803099"/>
                </a:lnTo>
                <a:lnTo>
                  <a:pt x="680674" y="807969"/>
                </a:lnTo>
                <a:lnTo>
                  <a:pt x="623887" y="809625"/>
                </a:lnTo>
                <a:lnTo>
                  <a:pt x="567100" y="807969"/>
                </a:lnTo>
                <a:lnTo>
                  <a:pt x="511742" y="803099"/>
                </a:lnTo>
                <a:lnTo>
                  <a:pt x="458033" y="795156"/>
                </a:lnTo>
                <a:lnTo>
                  <a:pt x="406192" y="784284"/>
                </a:lnTo>
                <a:lnTo>
                  <a:pt x="356441" y="770627"/>
                </a:lnTo>
                <a:lnTo>
                  <a:pt x="308999" y="754328"/>
                </a:lnTo>
                <a:lnTo>
                  <a:pt x="264087" y="735529"/>
                </a:lnTo>
                <a:lnTo>
                  <a:pt x="221924" y="714374"/>
                </a:lnTo>
                <a:lnTo>
                  <a:pt x="182732" y="691007"/>
                </a:lnTo>
                <a:lnTo>
                  <a:pt x="146730" y="665569"/>
                </a:lnTo>
                <a:lnTo>
                  <a:pt x="114139" y="638206"/>
                </a:lnTo>
                <a:lnTo>
                  <a:pt x="85178" y="609059"/>
                </a:lnTo>
                <a:lnTo>
                  <a:pt x="60069" y="578272"/>
                </a:lnTo>
                <a:lnTo>
                  <a:pt x="39031" y="545988"/>
                </a:lnTo>
                <a:lnTo>
                  <a:pt x="10051" y="477503"/>
                </a:lnTo>
                <a:lnTo>
                  <a:pt x="0" y="404749"/>
                </a:lnTo>
                <a:close/>
              </a:path>
            </a:pathLst>
          </a:custGeom>
          <a:noFill/>
          <a:ln cap="flat" cmpd="sng" w="25400">
            <a:solidFill>
              <a:srgbClr val="8063A1"/>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7" name="Google Shape;147;p12"/>
          <p:cNvSpPr txBox="1"/>
          <p:nvPr/>
        </p:nvSpPr>
        <p:spPr>
          <a:xfrm>
            <a:off x="621982" y="368998"/>
            <a:ext cx="597535" cy="567055"/>
          </a:xfrm>
          <a:prstGeom prst="rect">
            <a:avLst/>
          </a:prstGeom>
          <a:noFill/>
          <a:ln>
            <a:noFill/>
          </a:ln>
        </p:spPr>
        <p:txBody>
          <a:bodyPr anchorCtr="0" anchor="t" bIns="0" lIns="0" spcFirstLastPara="1" rIns="0" wrap="square" tIns="27925">
            <a:spAutoFit/>
          </a:bodyPr>
          <a:lstStyle/>
          <a:p>
            <a:pPr indent="50800" lvl="0" marL="12700" marR="5080" rtl="0" algn="l">
              <a:lnSpc>
                <a:spcPct val="116666"/>
              </a:lnSpc>
              <a:spcBef>
                <a:spcPts val="0"/>
              </a:spcBef>
              <a:spcAft>
                <a:spcPts val="0"/>
              </a:spcAft>
              <a:buNone/>
            </a:pPr>
            <a:r>
              <a:rPr lang="en-US" sz="1800">
                <a:latin typeface="Arial"/>
                <a:ea typeface="Arial"/>
                <a:cs typeface="Arial"/>
                <a:sym typeface="Arial"/>
              </a:rPr>
              <a:t>Park  Lordz</a:t>
            </a:r>
            <a:endParaRPr sz="1800">
              <a:latin typeface="Arial"/>
              <a:ea typeface="Arial"/>
              <a:cs typeface="Arial"/>
              <a:sym typeface="Arial"/>
            </a:endParaRPr>
          </a:p>
        </p:txBody>
      </p:sp>
      <p:sp>
        <p:nvSpPr>
          <p:cNvPr id="148" name="Google Shape;148;p12"/>
          <p:cNvSpPr txBox="1"/>
          <p:nvPr>
            <p:ph idx="11" type="ftr"/>
          </p:nvPr>
        </p:nvSpPr>
        <p:spPr>
          <a:xfrm>
            <a:off x="5320919" y="6405041"/>
            <a:ext cx="1869300" cy="227100"/>
          </a:xfrm>
          <a:prstGeom prst="rect">
            <a:avLst/>
          </a:prstGeom>
          <a:noFill/>
          <a:ln>
            <a:noFill/>
          </a:ln>
        </p:spPr>
        <p:txBody>
          <a:bodyPr anchorCtr="0" anchor="t" bIns="0" lIns="0" spcFirstLastPara="1" rIns="0" wrap="square" tIns="41900">
            <a:spAutoFit/>
          </a:bodyPr>
          <a:lstStyle/>
          <a:p>
            <a:pPr indent="0" lvl="0" marL="12700" rtl="0" algn="l">
              <a:lnSpc>
                <a:spcPct val="100000"/>
              </a:lnSpc>
              <a:spcBef>
                <a:spcPts val="0"/>
              </a:spcBef>
              <a:spcAft>
                <a:spcPts val="0"/>
              </a:spcAft>
              <a:buNone/>
            </a:pPr>
            <a:r>
              <a:rPr lang="en-US"/>
              <a:t>@SIH 1594</a:t>
            </a:r>
            <a:endParaRPr/>
          </a:p>
        </p:txBody>
      </p:sp>
      <p:sp>
        <p:nvSpPr>
          <p:cNvPr id="149" name="Google Shape;149;p12"/>
          <p:cNvSpPr txBox="1"/>
          <p:nvPr>
            <p:ph idx="12" type="sldNum"/>
          </p:nvPr>
        </p:nvSpPr>
        <p:spPr>
          <a:xfrm>
            <a:off x="11377930" y="6405041"/>
            <a:ext cx="159384" cy="251459"/>
          </a:xfrm>
          <a:prstGeom prst="rect">
            <a:avLst/>
          </a:prstGeom>
          <a:noFill/>
          <a:ln>
            <a:noFill/>
          </a:ln>
        </p:spPr>
        <p:txBody>
          <a:bodyPr anchorCtr="0" anchor="t" bIns="0" lIns="0" spcFirstLastPara="1" rIns="0" wrap="square" tIns="41900">
            <a:spAutoFit/>
          </a:bodyPr>
          <a:lstStyle/>
          <a:p>
            <a:pPr indent="0" lvl="0" marL="38100" rtl="0" algn="l">
              <a:lnSpc>
                <a:spcPct val="100000"/>
              </a:lnSpc>
              <a:spcBef>
                <a:spcPts val="0"/>
              </a:spcBef>
              <a:spcAft>
                <a:spcPts val="0"/>
              </a:spcAft>
              <a:buNone/>
            </a:pPr>
            <a:fld id="{00000000-1234-1234-1234-123412341234}" type="slidenum">
              <a:rPr lang="en-US"/>
              <a:t>‹#›</a:t>
            </a:fld>
            <a:endParaRPr/>
          </a:p>
        </p:txBody>
      </p:sp>
      <p:pic>
        <p:nvPicPr>
          <p:cNvPr id="150" name="Google Shape;150;p12"/>
          <p:cNvPicPr preferRelativeResize="0"/>
          <p:nvPr/>
        </p:nvPicPr>
        <p:blipFill>
          <a:blip r:embed="rId7">
            <a:alphaModFix/>
          </a:blip>
          <a:stretch>
            <a:fillRect/>
          </a:stretch>
        </p:blipFill>
        <p:spPr>
          <a:xfrm>
            <a:off x="9130476" y="3634822"/>
            <a:ext cx="2794825" cy="26675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