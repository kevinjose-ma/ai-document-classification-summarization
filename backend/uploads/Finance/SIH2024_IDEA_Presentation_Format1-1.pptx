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 id="297" r:id="rId8"/>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CC45224-0D7A-4570-8D73-B4DD177F7937}" v="33" dt="2024-08-24T07:29:02.6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3" d="100"/>
          <a:sy n="73" d="100"/>
        </p:scale>
        <p:origin x="380"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endar G" userId="abaa3c03e1cd4085" providerId="LiveId" clId="{3CC45224-0D7A-4570-8D73-B4DD177F7937}"/>
    <pc:docChg chg="undo custSel modSld">
      <pc:chgData name="Surendar G" userId="abaa3c03e1cd4085" providerId="LiveId" clId="{3CC45224-0D7A-4570-8D73-B4DD177F7937}" dt="2024-08-24T07:32:08.547" v="1596" actId="1076"/>
      <pc:docMkLst>
        <pc:docMk/>
      </pc:docMkLst>
      <pc:sldChg chg="addSp delSp modSp mod">
        <pc:chgData name="Surendar G" userId="abaa3c03e1cd4085" providerId="LiveId" clId="{3CC45224-0D7A-4570-8D73-B4DD177F7937}" dt="2024-08-24T07:32:08.547" v="1596" actId="1076"/>
        <pc:sldMkLst>
          <pc:docMk/>
          <pc:sldMk cId="0" sldId="290"/>
        </pc:sldMkLst>
        <pc:spChg chg="add del mod">
          <ac:chgData name="Surendar G" userId="abaa3c03e1cd4085" providerId="LiveId" clId="{3CC45224-0D7A-4570-8D73-B4DD177F7937}" dt="2024-08-24T05:35:51.828" v="11"/>
          <ac:spMkLst>
            <pc:docMk/>
            <pc:sldMk cId="0" sldId="290"/>
            <ac:spMk id="2" creationId="{C16947EF-D16D-A368-963D-CD62382EA9EF}"/>
          </ac:spMkLst>
        </pc:spChg>
        <pc:spChg chg="add del mod">
          <ac:chgData name="Surendar G" userId="abaa3c03e1cd4085" providerId="LiveId" clId="{3CC45224-0D7A-4570-8D73-B4DD177F7937}" dt="2024-08-24T05:50:07.808" v="463"/>
          <ac:spMkLst>
            <pc:docMk/>
            <pc:sldMk cId="0" sldId="290"/>
            <ac:spMk id="3" creationId="{3037958F-0F2C-41FE-E2E1-EBFBDAC209CE}"/>
          </ac:spMkLst>
        </pc:spChg>
        <pc:spChg chg="add del mod">
          <ac:chgData name="Surendar G" userId="abaa3c03e1cd4085" providerId="LiveId" clId="{3CC45224-0D7A-4570-8D73-B4DD177F7937}" dt="2024-08-24T06:24:48.509" v="637" actId="478"/>
          <ac:spMkLst>
            <pc:docMk/>
            <pc:sldMk cId="0" sldId="290"/>
            <ac:spMk id="4" creationId="{DC480208-E2BD-BEDF-0393-BE90535FBBC2}"/>
          </ac:spMkLst>
        </pc:spChg>
        <pc:spChg chg="add del mod">
          <ac:chgData name="Surendar G" userId="abaa3c03e1cd4085" providerId="LiveId" clId="{3CC45224-0D7A-4570-8D73-B4DD177F7937}" dt="2024-08-24T06:10:05.644" v="487"/>
          <ac:spMkLst>
            <pc:docMk/>
            <pc:sldMk cId="0" sldId="290"/>
            <ac:spMk id="5" creationId="{3AF44031-1BC7-40AE-7A0B-BC9805A9C879}"/>
          </ac:spMkLst>
        </pc:spChg>
        <pc:spChg chg="add mod">
          <ac:chgData name="Surendar G" userId="abaa3c03e1cd4085" providerId="LiveId" clId="{3CC45224-0D7A-4570-8D73-B4DD177F7937}" dt="2024-08-24T07:25:56.238" v="1445"/>
          <ac:spMkLst>
            <pc:docMk/>
            <pc:sldMk cId="0" sldId="290"/>
            <ac:spMk id="9" creationId="{38E81B85-3569-A6C2-B2FF-8A61D67A4900}"/>
          </ac:spMkLst>
        </pc:spChg>
        <pc:spChg chg="add del mod">
          <ac:chgData name="Surendar G" userId="abaa3c03e1cd4085" providerId="LiveId" clId="{3CC45224-0D7A-4570-8D73-B4DD177F7937}" dt="2024-08-24T06:23:17.363" v="597" actId="478"/>
          <ac:spMkLst>
            <pc:docMk/>
            <pc:sldMk cId="0" sldId="290"/>
            <ac:spMk id="14" creationId="{FD2A39B2-72DE-FC97-482B-21ECF66BF3DF}"/>
          </ac:spMkLst>
        </pc:spChg>
        <pc:spChg chg="add del mod">
          <ac:chgData name="Surendar G" userId="abaa3c03e1cd4085" providerId="LiveId" clId="{3CC45224-0D7A-4570-8D73-B4DD177F7937}" dt="2024-08-24T06:23:18.909" v="598" actId="478"/>
          <ac:spMkLst>
            <pc:docMk/>
            <pc:sldMk cId="0" sldId="290"/>
            <ac:spMk id="15" creationId="{3948966D-EEB2-AC4B-4F5A-1A3828779E86}"/>
          </ac:spMkLst>
        </pc:spChg>
        <pc:spChg chg="add del mod">
          <ac:chgData name="Surendar G" userId="abaa3c03e1cd4085" providerId="LiveId" clId="{3CC45224-0D7A-4570-8D73-B4DD177F7937}" dt="2024-08-24T06:23:20.840" v="599" actId="478"/>
          <ac:spMkLst>
            <pc:docMk/>
            <pc:sldMk cId="0" sldId="290"/>
            <ac:spMk id="16" creationId="{2B7056D7-CAA2-6EF9-0C1C-413720713B28}"/>
          </ac:spMkLst>
        </pc:spChg>
        <pc:spChg chg="add del mod">
          <ac:chgData name="Surendar G" userId="abaa3c03e1cd4085" providerId="LiveId" clId="{3CC45224-0D7A-4570-8D73-B4DD177F7937}" dt="2024-08-24T06:24:50.036" v="638" actId="478"/>
          <ac:spMkLst>
            <pc:docMk/>
            <pc:sldMk cId="0" sldId="290"/>
            <ac:spMk id="17" creationId="{7483226D-8268-C533-A0BC-F0631888C1B3}"/>
          </ac:spMkLst>
        </pc:spChg>
        <pc:spChg chg="add del mod">
          <ac:chgData name="Surendar G" userId="abaa3c03e1cd4085" providerId="LiveId" clId="{3CC45224-0D7A-4570-8D73-B4DD177F7937}" dt="2024-08-24T06:24:51.533" v="639" actId="478"/>
          <ac:spMkLst>
            <pc:docMk/>
            <pc:sldMk cId="0" sldId="290"/>
            <ac:spMk id="18" creationId="{0299C7B8-C0DE-EB40-574E-512A82DED496}"/>
          </ac:spMkLst>
        </pc:spChg>
        <pc:spChg chg="add del mod">
          <ac:chgData name="Surendar G" userId="abaa3c03e1cd4085" providerId="LiveId" clId="{3CC45224-0D7A-4570-8D73-B4DD177F7937}" dt="2024-08-24T06:25:43.888" v="661" actId="478"/>
          <ac:spMkLst>
            <pc:docMk/>
            <pc:sldMk cId="0" sldId="290"/>
            <ac:spMk id="19" creationId="{22268292-B710-3C3B-8008-B3B16DEC40C8}"/>
          </ac:spMkLst>
        </pc:spChg>
        <pc:spChg chg="add del mod">
          <ac:chgData name="Surendar G" userId="abaa3c03e1cd4085" providerId="LiveId" clId="{3CC45224-0D7A-4570-8D73-B4DD177F7937}" dt="2024-08-24T06:24:53.300" v="640" actId="478"/>
          <ac:spMkLst>
            <pc:docMk/>
            <pc:sldMk cId="0" sldId="290"/>
            <ac:spMk id="20" creationId="{626C5961-2D0D-193B-3DC8-B220AB371809}"/>
          </ac:spMkLst>
        </pc:spChg>
        <pc:spChg chg="add del mod">
          <ac:chgData name="Surendar G" userId="abaa3c03e1cd4085" providerId="LiveId" clId="{3CC45224-0D7A-4570-8D73-B4DD177F7937}" dt="2024-08-24T06:24:42.304" v="635" actId="478"/>
          <ac:spMkLst>
            <pc:docMk/>
            <pc:sldMk cId="0" sldId="290"/>
            <ac:spMk id="21" creationId="{D4EA388B-BA58-62B2-B7A4-3CED12107863}"/>
          </ac:spMkLst>
        </pc:spChg>
        <pc:spChg chg="add del mod">
          <ac:chgData name="Surendar G" userId="abaa3c03e1cd4085" providerId="LiveId" clId="{3CC45224-0D7A-4570-8D73-B4DD177F7937}" dt="2024-08-24T06:25:42.265" v="660" actId="478"/>
          <ac:spMkLst>
            <pc:docMk/>
            <pc:sldMk cId="0" sldId="290"/>
            <ac:spMk id="22" creationId="{47AC4073-4C87-6D88-ED48-B73DFC76715B}"/>
          </ac:spMkLst>
        </pc:spChg>
        <pc:spChg chg="add del mod">
          <ac:chgData name="Surendar G" userId="abaa3c03e1cd4085" providerId="LiveId" clId="{3CC45224-0D7A-4570-8D73-B4DD177F7937}" dt="2024-08-24T06:25:39.190" v="658" actId="478"/>
          <ac:spMkLst>
            <pc:docMk/>
            <pc:sldMk cId="0" sldId="290"/>
            <ac:spMk id="23" creationId="{8C7E125D-6982-2BD9-697B-E837DE3AED0B}"/>
          </ac:spMkLst>
        </pc:spChg>
        <pc:spChg chg="add del mod">
          <ac:chgData name="Surendar G" userId="abaa3c03e1cd4085" providerId="LiveId" clId="{3CC45224-0D7A-4570-8D73-B4DD177F7937}" dt="2024-08-24T07:28:57.477" v="1523" actId="478"/>
          <ac:spMkLst>
            <pc:docMk/>
            <pc:sldMk cId="0" sldId="290"/>
            <ac:spMk id="23" creationId="{EBF3E308-A547-A31A-ADF2-5FBC478AE666}"/>
          </ac:spMkLst>
        </pc:spChg>
        <pc:spChg chg="add del mod">
          <ac:chgData name="Surendar G" userId="abaa3c03e1cd4085" providerId="LiveId" clId="{3CC45224-0D7A-4570-8D73-B4DD177F7937}" dt="2024-08-24T06:25:40.752" v="659" actId="478"/>
          <ac:spMkLst>
            <pc:docMk/>
            <pc:sldMk cId="0" sldId="290"/>
            <ac:spMk id="24" creationId="{233FEA66-5075-0498-E534-1B28BAF1CDA0}"/>
          </ac:spMkLst>
        </pc:spChg>
        <pc:spChg chg="add mod">
          <ac:chgData name="Surendar G" userId="abaa3c03e1cd4085" providerId="LiveId" clId="{3CC45224-0D7A-4570-8D73-B4DD177F7937}" dt="2024-08-24T07:04:27.581" v="1205" actId="20577"/>
          <ac:spMkLst>
            <pc:docMk/>
            <pc:sldMk cId="0" sldId="290"/>
            <ac:spMk id="25" creationId="{AF02F40D-43A1-B6DB-991D-8A80EF858F8D}"/>
          </ac:spMkLst>
        </pc:spChg>
        <pc:spChg chg="add del mod">
          <ac:chgData name="Surendar G" userId="abaa3c03e1cd4085" providerId="LiveId" clId="{3CC45224-0D7A-4570-8D73-B4DD177F7937}" dt="2024-08-24T06:25:00.078" v="646" actId="478"/>
          <ac:spMkLst>
            <pc:docMk/>
            <pc:sldMk cId="0" sldId="290"/>
            <ac:spMk id="26" creationId="{4E1BC9B8-22F1-51CA-0484-4ABEFDA7C92E}"/>
          </ac:spMkLst>
        </pc:spChg>
        <pc:spChg chg="add del mod">
          <ac:chgData name="Surendar G" userId="abaa3c03e1cd4085" providerId="LiveId" clId="{3CC45224-0D7A-4570-8D73-B4DD177F7937}" dt="2024-08-24T06:26:22.731" v="678" actId="478"/>
          <ac:spMkLst>
            <pc:docMk/>
            <pc:sldMk cId="0" sldId="290"/>
            <ac:spMk id="27" creationId="{68BAB469-A0B1-65CA-5FD3-F8F7FEDA6DEF}"/>
          </ac:spMkLst>
        </pc:spChg>
        <pc:spChg chg="add del mod">
          <ac:chgData name="Surendar G" userId="abaa3c03e1cd4085" providerId="LiveId" clId="{3CC45224-0D7A-4570-8D73-B4DD177F7937}" dt="2024-08-24T06:26:24.502" v="679" actId="478"/>
          <ac:spMkLst>
            <pc:docMk/>
            <pc:sldMk cId="0" sldId="290"/>
            <ac:spMk id="28" creationId="{CC9F0896-0D12-E227-907D-2F87D49402D1}"/>
          </ac:spMkLst>
        </pc:spChg>
        <pc:spChg chg="add del mod">
          <ac:chgData name="Surendar G" userId="abaa3c03e1cd4085" providerId="LiveId" clId="{3CC45224-0D7A-4570-8D73-B4DD177F7937}" dt="2024-08-24T06:26:26.271" v="680" actId="478"/>
          <ac:spMkLst>
            <pc:docMk/>
            <pc:sldMk cId="0" sldId="290"/>
            <ac:spMk id="29" creationId="{5BAFE2E6-DDB9-3A61-4F45-C38E12F5719E}"/>
          </ac:spMkLst>
        </pc:spChg>
        <pc:spChg chg="add del mod">
          <ac:chgData name="Surendar G" userId="abaa3c03e1cd4085" providerId="LiveId" clId="{3CC45224-0D7A-4570-8D73-B4DD177F7937}" dt="2024-08-24T06:26:33.852" v="682" actId="478"/>
          <ac:spMkLst>
            <pc:docMk/>
            <pc:sldMk cId="0" sldId="290"/>
            <ac:spMk id="30" creationId="{4FC62479-C00F-A100-FB06-C28859C2CA46}"/>
          </ac:spMkLst>
        </pc:spChg>
        <pc:spChg chg="add mod">
          <ac:chgData name="Surendar G" userId="abaa3c03e1cd4085" providerId="LiveId" clId="{3CC45224-0D7A-4570-8D73-B4DD177F7937}" dt="2024-08-24T07:06:22.581" v="1217" actId="20577"/>
          <ac:spMkLst>
            <pc:docMk/>
            <pc:sldMk cId="0" sldId="290"/>
            <ac:spMk id="31" creationId="{D6EF2203-2BC2-DDB6-E336-382F0D38F235}"/>
          </ac:spMkLst>
        </pc:spChg>
        <pc:spChg chg="add mod">
          <ac:chgData name="Surendar G" userId="abaa3c03e1cd4085" providerId="LiveId" clId="{3CC45224-0D7A-4570-8D73-B4DD177F7937}" dt="2024-08-24T07:07:10.665" v="1259" actId="20577"/>
          <ac:spMkLst>
            <pc:docMk/>
            <pc:sldMk cId="0" sldId="290"/>
            <ac:spMk id="32" creationId="{26D1A15C-1546-9789-5B6E-A4C4DD1502FD}"/>
          </ac:spMkLst>
        </pc:spChg>
        <pc:spChg chg="add mod">
          <ac:chgData name="Surendar G" userId="abaa3c03e1cd4085" providerId="LiveId" clId="{3CC45224-0D7A-4570-8D73-B4DD177F7937}" dt="2024-08-24T07:03:55.550" v="1198" actId="14100"/>
          <ac:spMkLst>
            <pc:docMk/>
            <pc:sldMk cId="0" sldId="290"/>
            <ac:spMk id="33" creationId="{AA5A4D1F-F68F-D455-E5B1-F2C281EBFC47}"/>
          </ac:spMkLst>
        </pc:spChg>
        <pc:spChg chg="add mod">
          <ac:chgData name="Surendar G" userId="abaa3c03e1cd4085" providerId="LiveId" clId="{3CC45224-0D7A-4570-8D73-B4DD177F7937}" dt="2024-08-24T07:03:51.626" v="1197" actId="14100"/>
          <ac:spMkLst>
            <pc:docMk/>
            <pc:sldMk cId="0" sldId="290"/>
            <ac:spMk id="34" creationId="{455C09BA-E69F-4BB7-7446-6E72430D0D86}"/>
          </ac:spMkLst>
        </pc:spChg>
        <pc:spChg chg="add mod">
          <ac:chgData name="Surendar G" userId="abaa3c03e1cd4085" providerId="LiveId" clId="{3CC45224-0D7A-4570-8D73-B4DD177F7937}" dt="2024-08-24T07:27:52.119" v="1505" actId="1036"/>
          <ac:spMkLst>
            <pc:docMk/>
            <pc:sldMk cId="0" sldId="290"/>
            <ac:spMk id="35" creationId="{B065EC4C-69BB-E6C9-5622-E64394996DEA}"/>
          </ac:spMkLst>
        </pc:spChg>
        <pc:spChg chg="add mod">
          <ac:chgData name="Surendar G" userId="abaa3c03e1cd4085" providerId="LiveId" clId="{3CC45224-0D7A-4570-8D73-B4DD177F7937}" dt="2024-08-24T07:32:05.235" v="1595" actId="1076"/>
          <ac:spMkLst>
            <pc:docMk/>
            <pc:sldMk cId="0" sldId="290"/>
            <ac:spMk id="36" creationId="{4E1CB778-5E14-C146-DDA9-85554A1932FE}"/>
          </ac:spMkLst>
        </pc:spChg>
        <pc:spChg chg="add del mod">
          <ac:chgData name="Surendar G" userId="abaa3c03e1cd4085" providerId="LiveId" clId="{3CC45224-0D7A-4570-8D73-B4DD177F7937}" dt="2024-08-24T07:28:59.691" v="1524" actId="478"/>
          <ac:spMkLst>
            <pc:docMk/>
            <pc:sldMk cId="0" sldId="290"/>
            <ac:spMk id="37" creationId="{A482775D-C697-9A59-A922-44B2CD7CFBAF}"/>
          </ac:spMkLst>
        </pc:spChg>
        <pc:spChg chg="add mod">
          <ac:chgData name="Surendar G" userId="abaa3c03e1cd4085" providerId="LiveId" clId="{3CC45224-0D7A-4570-8D73-B4DD177F7937}" dt="2024-08-24T07:32:08.547" v="1596" actId="1076"/>
          <ac:spMkLst>
            <pc:docMk/>
            <pc:sldMk cId="0" sldId="290"/>
            <ac:spMk id="38" creationId="{14082FD5-C932-E0DE-ACC4-B358ACDD0552}"/>
          </ac:spMkLst>
        </pc:spChg>
        <pc:spChg chg="add mod">
          <ac:chgData name="Surendar G" userId="abaa3c03e1cd4085" providerId="LiveId" clId="{3CC45224-0D7A-4570-8D73-B4DD177F7937}" dt="2024-08-24T07:26:06.275" v="1447"/>
          <ac:spMkLst>
            <pc:docMk/>
            <pc:sldMk cId="0" sldId="290"/>
            <ac:spMk id="39" creationId="{6192FDE3-FBA5-6D39-2AD2-C0647C0CAD9E}"/>
          </ac:spMkLst>
        </pc:spChg>
        <pc:spChg chg="add mod">
          <ac:chgData name="Surendar G" userId="abaa3c03e1cd4085" providerId="LiveId" clId="{3CC45224-0D7A-4570-8D73-B4DD177F7937}" dt="2024-08-24T07:29:55.094" v="1546" actId="255"/>
          <ac:spMkLst>
            <pc:docMk/>
            <pc:sldMk cId="0" sldId="290"/>
            <ac:spMk id="43" creationId="{06BF6579-169B-0D39-2453-BAA2C6991252}"/>
          </ac:spMkLst>
        </pc:spChg>
        <pc:spChg chg="mod">
          <ac:chgData name="Surendar G" userId="abaa3c03e1cd4085" providerId="LiveId" clId="{3CC45224-0D7A-4570-8D73-B4DD177F7937}" dt="2024-08-24T05:18:46.417" v="0" actId="1076"/>
          <ac:spMkLst>
            <pc:docMk/>
            <pc:sldMk cId="0" sldId="290"/>
            <ac:spMk id="17409" creationId="{00000000-0000-0000-0000-000000000000}"/>
          </ac:spMkLst>
        </pc:spChg>
        <pc:spChg chg="mod">
          <ac:chgData name="Surendar G" userId="abaa3c03e1cd4085" providerId="LiveId" clId="{3CC45224-0D7A-4570-8D73-B4DD177F7937}" dt="2024-08-24T05:47:16.591" v="433"/>
          <ac:spMkLst>
            <pc:docMk/>
            <pc:sldMk cId="0" sldId="290"/>
            <ac:spMk id="17410" creationId="{00000000-0000-0000-0000-000000000000}"/>
          </ac:spMkLst>
        </pc:spChg>
        <pc:picChg chg="add del mod">
          <ac:chgData name="Surendar G" userId="abaa3c03e1cd4085" providerId="LiveId" clId="{3CC45224-0D7A-4570-8D73-B4DD177F7937}" dt="2024-08-24T07:12:41.065" v="1273" actId="478"/>
          <ac:picMkLst>
            <pc:docMk/>
            <pc:sldMk cId="0" sldId="290"/>
            <ac:picMk id="3" creationId="{3C37FD1A-A3A6-2762-2964-2882C8A926F2}"/>
          </ac:picMkLst>
        </pc:picChg>
        <pc:picChg chg="add del mod">
          <ac:chgData name="Surendar G" userId="abaa3c03e1cd4085" providerId="LiveId" clId="{3CC45224-0D7A-4570-8D73-B4DD177F7937}" dt="2024-08-24T07:18:32.515" v="1365" actId="1035"/>
          <ac:picMkLst>
            <pc:docMk/>
            <pc:sldMk cId="0" sldId="290"/>
            <ac:picMk id="5" creationId="{7C4CC337-D893-89D5-3FB8-0F2016451B94}"/>
          </ac:picMkLst>
        </pc:picChg>
        <pc:picChg chg="add mod">
          <ac:chgData name="Surendar G" userId="abaa3c03e1cd4085" providerId="LiveId" clId="{3CC45224-0D7A-4570-8D73-B4DD177F7937}" dt="2024-08-24T07:20:59.863" v="1432" actId="14100"/>
          <ac:picMkLst>
            <pc:docMk/>
            <pc:sldMk cId="0" sldId="290"/>
            <ac:picMk id="14" creationId="{29FB5899-E6E1-5382-6F92-1399F93C2B3A}"/>
          </ac:picMkLst>
        </pc:picChg>
        <pc:picChg chg="add mod">
          <ac:chgData name="Surendar G" userId="abaa3c03e1cd4085" providerId="LiveId" clId="{3CC45224-0D7A-4570-8D73-B4DD177F7937}" dt="2024-08-24T07:19:18.430" v="1422" actId="1076"/>
          <ac:picMkLst>
            <pc:docMk/>
            <pc:sldMk cId="0" sldId="290"/>
            <ac:picMk id="16" creationId="{D26B34D6-569A-0BA6-0A6B-766C527D6142}"/>
          </ac:picMkLst>
        </pc:picChg>
        <pc:picChg chg="add mod">
          <ac:chgData name="Surendar G" userId="abaa3c03e1cd4085" providerId="LiveId" clId="{3CC45224-0D7A-4570-8D73-B4DD177F7937}" dt="2024-08-24T07:21:14.688" v="1434" actId="14100"/>
          <ac:picMkLst>
            <pc:docMk/>
            <pc:sldMk cId="0" sldId="290"/>
            <ac:picMk id="18" creationId="{FCE38B2E-D07D-5B69-7021-23D4B9BBE2B2}"/>
          </ac:picMkLst>
        </pc:picChg>
        <pc:picChg chg="add del">
          <ac:chgData name="Surendar G" userId="abaa3c03e1cd4085" providerId="LiveId" clId="{3CC45224-0D7A-4570-8D73-B4DD177F7937}" dt="2024-08-24T07:25:50.327" v="1444" actId="22"/>
          <ac:picMkLst>
            <pc:docMk/>
            <pc:sldMk cId="0" sldId="290"/>
            <ac:picMk id="21" creationId="{163DA903-6216-A445-620B-690B62C8BA8A}"/>
          </ac:picMkLst>
        </pc:picChg>
        <pc:cxnChg chg="add mod">
          <ac:chgData name="Surendar G" userId="abaa3c03e1cd4085" providerId="LiveId" clId="{3CC45224-0D7A-4570-8D73-B4DD177F7937}" dt="2024-08-24T06:30:20.008" v="809" actId="208"/>
          <ac:cxnSpMkLst>
            <pc:docMk/>
            <pc:sldMk cId="0" sldId="290"/>
            <ac:cxnSpMk id="13" creationId="{EA69D59A-71A4-09EE-EDE7-0C8770D56128}"/>
          </ac:cxnSpMkLst>
        </pc:cxnChg>
        <pc:cxnChg chg="add mod">
          <ac:chgData name="Surendar G" userId="abaa3c03e1cd4085" providerId="LiveId" clId="{3CC45224-0D7A-4570-8D73-B4DD177F7937}" dt="2024-08-24T07:25:16.538" v="1442" actId="1037"/>
          <ac:cxnSpMkLst>
            <pc:docMk/>
            <pc:sldMk cId="0" sldId="290"/>
            <ac:cxnSpMk id="40" creationId="{E4060025-7D54-A286-5F97-F011DDBDD42E}"/>
          </ac:cxnSpMkLst>
        </pc:cxnChg>
        <pc:cxnChg chg="add mod">
          <ac:chgData name="Surendar G" userId="abaa3c03e1cd4085" providerId="LiveId" clId="{3CC45224-0D7A-4570-8D73-B4DD177F7937}" dt="2024-08-24T07:18:45.264" v="1415" actId="1035"/>
          <ac:cxnSpMkLst>
            <pc:docMk/>
            <pc:sldMk cId="0" sldId="290"/>
            <ac:cxnSpMk id="41" creationId="{CECC3F02-0B10-CEA5-2A99-600AF61B2EDC}"/>
          </ac:cxnSpMkLst>
        </pc:cxnChg>
        <pc:cxnChg chg="add mod">
          <ac:chgData name="Surendar G" userId="abaa3c03e1cd4085" providerId="LiveId" clId="{3CC45224-0D7A-4570-8D73-B4DD177F7937}" dt="2024-08-24T07:26:06.275" v="1447"/>
          <ac:cxnSpMkLst>
            <pc:docMk/>
            <pc:sldMk cId="0" sldId="290"/>
            <ac:cxnSpMk id="42" creationId="{4883ABC5-F817-9720-9B61-97AAF800A720}"/>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8/24/2024</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dirty="0">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ea typeface="ＭＳ Ｐゴシック" pitchFamily="1" charset="-128"/>
            </a:endParaRP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83576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8/24/2024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8/24/2024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8/24/2024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8/24/2024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8/24/2024</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8/24/2024</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8/24/2024</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8/24/2024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8/24/2024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8/24/2024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8/24/2024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8/24/2024</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2024</a:t>
            </a:r>
            <a:endParaRPr lang="en-IN" sz="4000" b="1" dirty="0">
              <a:solidFill>
                <a:schemeClr val="tx2"/>
              </a:solidFill>
              <a:latin typeface="Garamond" panose="02020404030301010803" pitchFamily="18" charset="0"/>
            </a:endParaRPr>
          </a:p>
        </p:txBody>
      </p:sp>
      <p:sp>
        <p:nvSpPr>
          <p:cNvPr id="10" name="TextBox 9"/>
          <p:cNvSpPr txBox="1"/>
          <p:nvPr/>
        </p:nvSpPr>
        <p:spPr>
          <a:xfrm>
            <a:off x="331285" y="2076450"/>
            <a:ext cx="11789295" cy="4686668"/>
          </a:xfrm>
          <a:prstGeom prst="rect">
            <a:avLst/>
          </a:prstGeom>
          <a:noFill/>
        </p:spPr>
        <p:txBody>
          <a:bodyPr wrap="square" rtlCol="0">
            <a:spAutoFit/>
          </a:bodyPr>
          <a:lstStyle/>
          <a:p>
            <a:endParaRPr lang="en-US" dirty="0"/>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Problem Statement ID –SIH1594</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Problem Statement Title-Student Innovation</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Theme-Transportation and Logistics</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PS Category- Software</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Team ID-</a:t>
            </a:r>
          </a:p>
          <a:p>
            <a:pPr marL="285750" indent="-285750" algn="just">
              <a:lnSpc>
                <a:spcPct val="200000"/>
              </a:lnSpc>
              <a:buFont typeface="Arial" panose="020B0604020202020204" pitchFamily="34" charset="0"/>
              <a:buChar char="•"/>
            </a:pPr>
            <a:r>
              <a:rPr lang="en-US" sz="2400" b="1" dirty="0">
                <a:latin typeface="Arial" panose="020B0604020202020204" pitchFamily="34" charset="0"/>
                <a:cs typeface="Arial" panose="020B0604020202020204" pitchFamily="34" charset="0"/>
              </a:rPr>
              <a:t>Team Name-Park Lordz</a:t>
            </a:r>
            <a:endParaRPr lang="en-IN" sz="2400" b="1" dirty="0">
              <a:latin typeface="Arial" panose="020B0604020202020204" pitchFamily="34" charset="0"/>
              <a:cs typeface="Arial" panose="020B0604020202020204" pitchFamily="34" charset="0"/>
            </a:endParaRPr>
          </a:p>
        </p:txBody>
      </p:sp>
      <p:pic>
        <p:nvPicPr>
          <p:cNvPr id="13" name="Google Shape;93;p2"/>
          <p:cNvPicPr preferRelativeResize="0"/>
          <p:nvPr/>
        </p:nvPicPr>
        <p:blipFill rotWithShape="1">
          <a:blip r:embed="rId3">
            <a:alphaModFix/>
          </a:blip>
          <a:srcRect/>
          <a:stretch/>
        </p:blipFill>
        <p:spPr>
          <a:xfrm>
            <a:off x="9874006" y="0"/>
            <a:ext cx="2246575" cy="11490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145024" y="-224867"/>
            <a:ext cx="9074148" cy="1471199"/>
          </a:xfrm>
        </p:spPr>
        <p:txBody>
          <a:bodyPr/>
          <a:lstStyle/>
          <a:p>
            <a:pPr eaLnBrk="1" hangingPunct="1"/>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ONLINE APPLICATION FOR PARKING SLOT REGISTRATION</a:t>
            </a:r>
          </a:p>
        </p:txBody>
      </p:sp>
      <p:sp>
        <p:nvSpPr>
          <p:cNvPr id="15362" name="TextBox 8"/>
          <p:cNvSpPr txBox="1">
            <a:spLocks noChangeArrowheads="1"/>
          </p:cNvSpPr>
          <p:nvPr/>
        </p:nvSpPr>
        <p:spPr bwMode="auto">
          <a:xfrm>
            <a:off x="-1" y="2064921"/>
            <a:ext cx="12191999" cy="3847207"/>
          </a:xfrm>
          <a:prstGeom prst="rect">
            <a:avLst/>
          </a:prstGeom>
          <a:noFill/>
          <a:ln w="9525">
            <a:noFill/>
            <a:miter lim="800000"/>
            <a:headEnd/>
            <a:tailEnd/>
          </a:ln>
        </p:spPr>
        <p:txBody>
          <a:bodyPr wrap="square">
            <a:spAutoFit/>
          </a:bodyPr>
          <a:lstStyle/>
          <a:p>
            <a:endParaRPr lang="en-US" sz="2000" u="sng" dirty="0">
              <a:solidFill>
                <a:schemeClr val="tx2"/>
              </a:solidFill>
              <a:latin typeface="Arial" pitchFamily="34" charset="0"/>
              <a:cs typeface="Arial" pitchFamily="34" charset="0"/>
            </a:endParaRPr>
          </a:p>
          <a:p>
            <a:pPr marL="342900" indent="-342900" algn="just">
              <a:buFont typeface="Arial" panose="020B0604020202020204" pitchFamily="34" charset="0"/>
              <a:buChar char="•"/>
            </a:pPr>
            <a:r>
              <a:rPr lang="en-US" sz="2800" dirty="0">
                <a:latin typeface="Arial" pitchFamily="34" charset="0"/>
                <a:cs typeface="Arial" pitchFamily="34" charset="0"/>
              </a:rPr>
              <a:t>To develop an online application for parking slot registration</a:t>
            </a:r>
          </a:p>
          <a:p>
            <a:pPr marL="342900" indent="-342900" algn="just">
              <a:buFont typeface="Arial" panose="020B0604020202020204" pitchFamily="34" charset="0"/>
              <a:buChar char="•"/>
            </a:pPr>
            <a:endParaRPr lang="en-US" sz="2800" dirty="0">
              <a:latin typeface="Arial" pitchFamily="34" charset="0"/>
              <a:cs typeface="Arial" pitchFamily="34" charset="0"/>
            </a:endParaRPr>
          </a:p>
          <a:p>
            <a:pPr marL="342900" indent="-342900" algn="just">
              <a:buFont typeface="Arial" panose="020B0604020202020204" pitchFamily="34" charset="0"/>
              <a:buChar char="•"/>
            </a:pPr>
            <a:r>
              <a:rPr lang="en-US" sz="2800" dirty="0">
                <a:latin typeface="Arial" pitchFamily="34" charset="0"/>
                <a:cs typeface="Arial" pitchFamily="34" charset="0"/>
              </a:rPr>
              <a:t>To make parking more compatible by providing information about the parking slots availability</a:t>
            </a:r>
          </a:p>
          <a:p>
            <a:pPr marL="342900" indent="-342900" algn="just">
              <a:buFont typeface="Arial" panose="020B0604020202020204" pitchFamily="34" charset="0"/>
              <a:buChar char="•"/>
            </a:pPr>
            <a:endParaRPr lang="en-US" sz="2800" dirty="0">
              <a:latin typeface="Arial" pitchFamily="34" charset="0"/>
              <a:cs typeface="Arial" pitchFamily="34" charset="0"/>
            </a:endParaRPr>
          </a:p>
          <a:p>
            <a:pPr marL="342900" indent="-342900" algn="just">
              <a:buFont typeface="Arial" panose="020B0604020202020204" pitchFamily="34" charset="0"/>
              <a:buChar char="•"/>
            </a:pPr>
            <a:r>
              <a:rPr lang="en-US" sz="2800" dirty="0">
                <a:latin typeface="Arial" pitchFamily="34" charset="0"/>
                <a:cs typeface="Arial" pitchFamily="34" charset="0"/>
              </a:rPr>
              <a:t>Making our application more user friendly by adding the features like wake up call before 15 mins of booking time and providing slot’s live route in the tickets which will be in QR form</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sp>
        <p:nvSpPr>
          <p:cNvPr id="2" name="Oval 1" descr="Your startup LOGO">
            <a:extLst>
              <a:ext uri="{FF2B5EF4-FFF2-40B4-BE49-F238E27FC236}">
                <a16:creationId xmlns:a16="http://schemas.microsoft.com/office/drawing/2014/main" id="{FD737E7C-6E0E-4B08-9E9D-6130C95211A6}"/>
              </a:ext>
              <a:ext uri="{C183D7F6-B498-43B3-948B-1728B52AA6E4}">
                <adec:decorative xmlns:adec="http://schemas.microsoft.com/office/drawing/2017/decorative" val="0"/>
              </a:ext>
            </a:extLst>
          </p:cNvPr>
          <p:cNvSpPr/>
          <p:nvPr/>
        </p:nvSpPr>
        <p:spPr>
          <a:xfrm>
            <a:off x="141514" y="10706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sz="1800" dirty="0">
                <a:latin typeface="Arial" panose="020B0604020202020204" pitchFamily="34" charset="0"/>
                <a:cs typeface="Arial" panose="020B0604020202020204" pitchFamily="34" charset="0"/>
              </a:rPr>
              <a:t>Park Lordz</a:t>
            </a:r>
            <a:endParaRPr lang="en-IN" dirty="0"/>
          </a:p>
        </p:txBody>
      </p:sp>
      <p:pic>
        <p:nvPicPr>
          <p:cNvPr id="8" name="Google Shape;93;p2"/>
          <p:cNvPicPr preferRelativeResize="0"/>
          <p:nvPr/>
        </p:nvPicPr>
        <p:blipFill rotWithShape="1">
          <a:blip r:embed="rId3">
            <a:alphaModFix/>
          </a:blip>
          <a:srcRect/>
          <a:stretch/>
        </p:blipFill>
        <p:spPr>
          <a:xfrm>
            <a:off x="9945424" y="26590"/>
            <a:ext cx="2246575" cy="11490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a:xfrm>
            <a:off x="609600" y="-80282"/>
            <a:ext cx="10972800" cy="1143000"/>
          </a:xfrm>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17410" name="TextBox 8"/>
          <p:cNvSpPr txBox="1">
            <a:spLocks noChangeArrowheads="1"/>
          </p:cNvSpPr>
          <p:nvPr/>
        </p:nvSpPr>
        <p:spPr bwMode="auto">
          <a:xfrm>
            <a:off x="609600" y="1224376"/>
            <a:ext cx="11268890" cy="1384995"/>
          </a:xfrm>
          <a:prstGeom prst="rect">
            <a:avLst/>
          </a:prstGeom>
          <a:noFill/>
          <a:ln w="9525">
            <a:noFill/>
            <a:miter lim="800000"/>
            <a:headEnd/>
            <a:tailEnd/>
          </a:ln>
        </p:spPr>
        <p:txBody>
          <a:bodyPr wrap="square">
            <a:spAutoFit/>
          </a:bodyPr>
          <a:lstStyle/>
          <a:p>
            <a:pPr marL="457200" indent="-457200" algn="just">
              <a:buFont typeface="Arial" panose="020B0604020202020204" pitchFamily="34" charset="0"/>
              <a:buChar char="•"/>
            </a:pPr>
            <a:r>
              <a:rPr lang="en-US" sz="2800" dirty="0">
                <a:latin typeface="Arial" pitchFamily="34" charset="0"/>
                <a:cs typeface="Arial" pitchFamily="34" charset="0"/>
              </a:rPr>
              <a:t>Programming Language – Dart ; Framework - Flutter</a:t>
            </a:r>
          </a:p>
          <a:p>
            <a:pPr marL="342900" indent="-342900" algn="just">
              <a:buFont typeface="Arial" panose="020B0604020202020204" pitchFamily="34" charset="0"/>
              <a:buChar char="•"/>
            </a:pPr>
            <a:r>
              <a:rPr lang="en-US" sz="2800" dirty="0">
                <a:latin typeface="Arial" pitchFamily="34" charset="0"/>
                <a:cs typeface="Arial" pitchFamily="34" charset="0"/>
              </a:rPr>
              <a:t> Methodology – It is working in the basis of TMS (Transcranial Magnetic Stimulation) </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Template</a:t>
            </a:r>
            <a:endParaRPr lang="en-US" dirty="0">
              <a:solidFill>
                <a:schemeClr val="bg1"/>
              </a:solidFill>
            </a:endParaRPr>
          </a:p>
        </p:txBody>
      </p:sp>
      <p:pic>
        <p:nvPicPr>
          <p:cNvPr id="8" name="Google Shape;93;p2"/>
          <p:cNvPicPr preferRelativeResize="0"/>
          <p:nvPr/>
        </p:nvPicPr>
        <p:blipFill rotWithShape="1">
          <a:blip r:embed="rId3">
            <a:alphaModFix/>
          </a:blip>
          <a:srcRect/>
          <a:stretch/>
        </p:blipFill>
        <p:spPr>
          <a:xfrm>
            <a:off x="9803911" y="81376"/>
            <a:ext cx="2246575" cy="1149075"/>
          </a:xfrm>
          <a:prstGeom prst="rect">
            <a:avLst/>
          </a:prstGeom>
          <a:noFill/>
          <a:ln>
            <a:noFill/>
          </a:ln>
        </p:spPr>
      </p:pic>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dirty="0">
              <a:latin typeface="Arial" panose="020B0604020202020204" pitchFamily="34" charset="0"/>
              <a:cs typeface="Arial" panose="020B0604020202020204" pitchFamily="34" charset="0"/>
            </a:endParaRPr>
          </a:p>
          <a:p>
            <a:pPr algn="ctr"/>
            <a:r>
              <a:rPr lang="en-US" sz="1800" dirty="0">
                <a:latin typeface="Arial" panose="020B0604020202020204" pitchFamily="34" charset="0"/>
                <a:cs typeface="Arial" panose="020B0604020202020204" pitchFamily="34" charset="0"/>
              </a:rPr>
              <a:t>Park Lordz</a:t>
            </a:r>
            <a:endParaRPr lang="en-IN" dirty="0"/>
          </a:p>
          <a:p>
            <a:pPr algn="ctr"/>
            <a:endParaRPr lang="en-IN" dirty="0"/>
          </a:p>
        </p:txBody>
      </p:sp>
      <p:sp>
        <p:nvSpPr>
          <p:cNvPr id="9" name="TextBox 8">
            <a:extLst>
              <a:ext uri="{FF2B5EF4-FFF2-40B4-BE49-F238E27FC236}">
                <a16:creationId xmlns:a16="http://schemas.microsoft.com/office/drawing/2014/main" id="{38E81B85-3569-A6C2-B2FF-8A61D67A4900}"/>
              </a:ext>
            </a:extLst>
          </p:cNvPr>
          <p:cNvSpPr txBox="1"/>
          <p:nvPr/>
        </p:nvSpPr>
        <p:spPr>
          <a:xfrm>
            <a:off x="1103755" y="2478736"/>
            <a:ext cx="1761366" cy="523220"/>
          </a:xfrm>
          <a:prstGeom prst="rect">
            <a:avLst/>
          </a:prstGeom>
          <a:noFill/>
        </p:spPr>
        <p:txBody>
          <a:bodyPr wrap="square" rtlCol="0">
            <a:spAutoFit/>
          </a:bodyPr>
          <a:lstStyle/>
          <a:p>
            <a:r>
              <a:rPr lang="en-US" sz="2800" dirty="0"/>
              <a:t>Flow Chart</a:t>
            </a:r>
            <a:endParaRPr lang="en-IN" sz="2800" dirty="0"/>
          </a:p>
        </p:txBody>
      </p:sp>
      <p:sp>
        <p:nvSpPr>
          <p:cNvPr id="25" name="Oval 24">
            <a:extLst>
              <a:ext uri="{FF2B5EF4-FFF2-40B4-BE49-F238E27FC236}">
                <a16:creationId xmlns:a16="http://schemas.microsoft.com/office/drawing/2014/main" id="{AF02F40D-43A1-B6DB-991D-8A80EF858F8D}"/>
              </a:ext>
            </a:extLst>
          </p:cNvPr>
          <p:cNvSpPr/>
          <p:nvPr/>
        </p:nvSpPr>
        <p:spPr>
          <a:xfrm>
            <a:off x="609602" y="3169041"/>
            <a:ext cx="2677890" cy="584358"/>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Login </a:t>
            </a:r>
          </a:p>
          <a:p>
            <a:pPr algn="ctr"/>
            <a:r>
              <a:rPr lang="en-US" sz="1400" dirty="0">
                <a:solidFill>
                  <a:schemeClr val="tx1"/>
                </a:solidFill>
              </a:rPr>
              <a:t>&amp; verification</a:t>
            </a:r>
            <a:endParaRPr lang="en-IN" sz="1400" dirty="0">
              <a:solidFill>
                <a:schemeClr val="tx1"/>
              </a:solidFill>
            </a:endParaRPr>
          </a:p>
        </p:txBody>
      </p:sp>
      <p:sp>
        <p:nvSpPr>
          <p:cNvPr id="31" name="Oval 30">
            <a:extLst>
              <a:ext uri="{FF2B5EF4-FFF2-40B4-BE49-F238E27FC236}">
                <a16:creationId xmlns:a16="http://schemas.microsoft.com/office/drawing/2014/main" id="{D6EF2203-2BC2-DDB6-E336-382F0D38F235}"/>
              </a:ext>
            </a:extLst>
          </p:cNvPr>
          <p:cNvSpPr/>
          <p:nvPr/>
        </p:nvSpPr>
        <p:spPr>
          <a:xfrm>
            <a:off x="609602" y="5726276"/>
            <a:ext cx="2677887" cy="584358"/>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Confirmation tickets </a:t>
            </a:r>
            <a:endParaRPr lang="en-IN" sz="1400" dirty="0">
              <a:solidFill>
                <a:schemeClr val="tx1"/>
              </a:solidFill>
            </a:endParaRPr>
          </a:p>
        </p:txBody>
      </p:sp>
      <p:sp>
        <p:nvSpPr>
          <p:cNvPr id="32" name="Oval 31">
            <a:extLst>
              <a:ext uri="{FF2B5EF4-FFF2-40B4-BE49-F238E27FC236}">
                <a16:creationId xmlns:a16="http://schemas.microsoft.com/office/drawing/2014/main" id="{26D1A15C-1546-9789-5B6E-A4C4DD1502FD}"/>
              </a:ext>
            </a:extLst>
          </p:cNvPr>
          <p:cNvSpPr/>
          <p:nvPr/>
        </p:nvSpPr>
        <p:spPr>
          <a:xfrm>
            <a:off x="609600" y="5097932"/>
            <a:ext cx="2698220" cy="584358"/>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Vehicles details &amp; surveillance</a:t>
            </a:r>
            <a:endParaRPr lang="en-IN" sz="1400" dirty="0">
              <a:solidFill>
                <a:schemeClr val="tx1"/>
              </a:solidFill>
            </a:endParaRPr>
          </a:p>
        </p:txBody>
      </p:sp>
      <p:sp>
        <p:nvSpPr>
          <p:cNvPr id="33" name="Oval 32">
            <a:extLst>
              <a:ext uri="{FF2B5EF4-FFF2-40B4-BE49-F238E27FC236}">
                <a16:creationId xmlns:a16="http://schemas.microsoft.com/office/drawing/2014/main" id="{AA5A4D1F-F68F-D455-E5B1-F2C281EBFC47}"/>
              </a:ext>
            </a:extLst>
          </p:cNvPr>
          <p:cNvSpPr/>
          <p:nvPr/>
        </p:nvSpPr>
        <p:spPr>
          <a:xfrm>
            <a:off x="589276" y="3813772"/>
            <a:ext cx="2698220" cy="584358"/>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Search  availability &amp; status</a:t>
            </a:r>
            <a:endParaRPr lang="en-IN" sz="1400" dirty="0">
              <a:solidFill>
                <a:schemeClr val="tx1"/>
              </a:solidFill>
            </a:endParaRPr>
          </a:p>
        </p:txBody>
      </p:sp>
      <p:sp>
        <p:nvSpPr>
          <p:cNvPr id="34" name="Oval 33">
            <a:extLst>
              <a:ext uri="{FF2B5EF4-FFF2-40B4-BE49-F238E27FC236}">
                <a16:creationId xmlns:a16="http://schemas.microsoft.com/office/drawing/2014/main" id="{455C09BA-E69F-4BB7-7446-6E72430D0D86}"/>
              </a:ext>
            </a:extLst>
          </p:cNvPr>
          <p:cNvSpPr/>
          <p:nvPr/>
        </p:nvSpPr>
        <p:spPr>
          <a:xfrm>
            <a:off x="609601" y="4465383"/>
            <a:ext cx="2677896" cy="584358"/>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solidFill>
                  <a:schemeClr val="tx1"/>
                </a:solidFill>
              </a:rPr>
              <a:t>Prior arrangement  &amp; payment</a:t>
            </a:r>
            <a:endParaRPr lang="en-IN" sz="1400" dirty="0">
              <a:solidFill>
                <a:schemeClr val="tx1"/>
              </a:solidFill>
            </a:endParaRPr>
          </a:p>
        </p:txBody>
      </p:sp>
      <p:cxnSp>
        <p:nvCxnSpPr>
          <p:cNvPr id="13" name="Straight Connector 12">
            <a:extLst>
              <a:ext uri="{FF2B5EF4-FFF2-40B4-BE49-F238E27FC236}">
                <a16:creationId xmlns:a16="http://schemas.microsoft.com/office/drawing/2014/main" id="{EA69D59A-71A4-09EE-EDE7-0C8770D56128}"/>
              </a:ext>
            </a:extLst>
          </p:cNvPr>
          <p:cNvCxnSpPr>
            <a:cxnSpLocks/>
          </p:cNvCxnSpPr>
          <p:nvPr/>
        </p:nvCxnSpPr>
        <p:spPr>
          <a:xfrm>
            <a:off x="3370212" y="2609371"/>
            <a:ext cx="0" cy="3746982"/>
          </a:xfrm>
          <a:prstGeom prst="line">
            <a:avLst/>
          </a:prstGeom>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sp>
        <p:nvSpPr>
          <p:cNvPr id="39" name="TextBox 38">
            <a:extLst>
              <a:ext uri="{FF2B5EF4-FFF2-40B4-BE49-F238E27FC236}">
                <a16:creationId xmlns:a16="http://schemas.microsoft.com/office/drawing/2014/main" id="{6192FDE3-FBA5-6D39-2AD2-C0647C0CAD9E}"/>
              </a:ext>
            </a:extLst>
          </p:cNvPr>
          <p:cNvSpPr txBox="1"/>
          <p:nvPr/>
        </p:nvSpPr>
        <p:spPr>
          <a:xfrm>
            <a:off x="4823769" y="2433151"/>
            <a:ext cx="1272230" cy="523220"/>
          </a:xfrm>
          <a:prstGeom prst="rect">
            <a:avLst/>
          </a:prstGeom>
          <a:noFill/>
        </p:spPr>
        <p:txBody>
          <a:bodyPr wrap="square" rtlCol="0">
            <a:spAutoFit/>
          </a:bodyPr>
          <a:lstStyle/>
          <a:p>
            <a:r>
              <a:rPr lang="en-US" sz="2800" dirty="0"/>
              <a:t>Images</a:t>
            </a:r>
            <a:endParaRPr lang="en-IN" sz="2800" dirty="0"/>
          </a:p>
        </p:txBody>
      </p:sp>
      <p:cxnSp>
        <p:nvCxnSpPr>
          <p:cNvPr id="40" name="Straight Connector 39">
            <a:extLst>
              <a:ext uri="{FF2B5EF4-FFF2-40B4-BE49-F238E27FC236}">
                <a16:creationId xmlns:a16="http://schemas.microsoft.com/office/drawing/2014/main" id="{E4060025-7D54-A286-5F97-F011DDBDD42E}"/>
              </a:ext>
            </a:extLst>
          </p:cNvPr>
          <p:cNvCxnSpPr>
            <a:cxnSpLocks/>
          </p:cNvCxnSpPr>
          <p:nvPr/>
        </p:nvCxnSpPr>
        <p:spPr>
          <a:xfrm>
            <a:off x="7728849" y="2609371"/>
            <a:ext cx="0" cy="3746982"/>
          </a:xfrm>
          <a:prstGeom prst="line">
            <a:avLst/>
          </a:prstGeom>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41" name="Straight Connector 40">
            <a:extLst>
              <a:ext uri="{FF2B5EF4-FFF2-40B4-BE49-F238E27FC236}">
                <a16:creationId xmlns:a16="http://schemas.microsoft.com/office/drawing/2014/main" id="{CECC3F02-0B10-CEA5-2A99-600AF61B2EDC}"/>
              </a:ext>
            </a:extLst>
          </p:cNvPr>
          <p:cNvCxnSpPr>
            <a:cxnSpLocks/>
          </p:cNvCxnSpPr>
          <p:nvPr/>
        </p:nvCxnSpPr>
        <p:spPr>
          <a:xfrm flipH="1">
            <a:off x="3718563" y="4646580"/>
            <a:ext cx="3640182" cy="0"/>
          </a:xfrm>
          <a:prstGeom prst="line">
            <a:avLst/>
          </a:prstGeom>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cxnSp>
        <p:nvCxnSpPr>
          <p:cNvPr id="42" name="Straight Connector 41">
            <a:extLst>
              <a:ext uri="{FF2B5EF4-FFF2-40B4-BE49-F238E27FC236}">
                <a16:creationId xmlns:a16="http://schemas.microsoft.com/office/drawing/2014/main" id="{4883ABC5-F817-9720-9B61-97AAF800A720}"/>
              </a:ext>
            </a:extLst>
          </p:cNvPr>
          <p:cNvCxnSpPr>
            <a:cxnSpLocks/>
            <a:stCxn id="39" idx="2"/>
          </p:cNvCxnSpPr>
          <p:nvPr/>
        </p:nvCxnSpPr>
        <p:spPr>
          <a:xfrm>
            <a:off x="5459884" y="2956371"/>
            <a:ext cx="0" cy="3404195"/>
          </a:xfrm>
          <a:prstGeom prst="line">
            <a:avLst/>
          </a:prstGeom>
          <a:ln>
            <a:solidFill>
              <a:schemeClr val="tx1">
                <a:lumMod val="95000"/>
                <a:lumOff val="5000"/>
              </a:schemeClr>
            </a:solidFill>
          </a:ln>
        </p:spPr>
        <p:style>
          <a:lnRef idx="2">
            <a:schemeClr val="accent1"/>
          </a:lnRef>
          <a:fillRef idx="0">
            <a:schemeClr val="accent1"/>
          </a:fillRef>
          <a:effectRef idx="1">
            <a:schemeClr val="accent1"/>
          </a:effectRef>
          <a:fontRef idx="minor">
            <a:schemeClr val="tx1"/>
          </a:fontRef>
        </p:style>
      </p:cxnSp>
      <p:pic>
        <p:nvPicPr>
          <p:cNvPr id="5" name="Picture 4">
            <a:extLst>
              <a:ext uri="{FF2B5EF4-FFF2-40B4-BE49-F238E27FC236}">
                <a16:creationId xmlns:a16="http://schemas.microsoft.com/office/drawing/2014/main" id="{7C4CC337-D893-89D5-3FB8-0F2016451B94}"/>
              </a:ext>
            </a:extLst>
          </p:cNvPr>
          <p:cNvPicPr>
            <a:picLocks noChangeAspect="1"/>
          </p:cNvPicPr>
          <p:nvPr/>
        </p:nvPicPr>
        <p:blipFill>
          <a:blip r:embed="rId4"/>
          <a:stretch>
            <a:fillRect/>
          </a:stretch>
        </p:blipFill>
        <p:spPr>
          <a:xfrm>
            <a:off x="3718558" y="2906356"/>
            <a:ext cx="1605059" cy="1677026"/>
          </a:xfrm>
          <a:prstGeom prst="rect">
            <a:avLst/>
          </a:prstGeom>
        </p:spPr>
      </p:pic>
      <p:pic>
        <p:nvPicPr>
          <p:cNvPr id="14" name="Picture 13">
            <a:extLst>
              <a:ext uri="{FF2B5EF4-FFF2-40B4-BE49-F238E27FC236}">
                <a16:creationId xmlns:a16="http://schemas.microsoft.com/office/drawing/2014/main" id="{29FB5899-E6E1-5382-6F92-1399F93C2B3A}"/>
              </a:ext>
            </a:extLst>
          </p:cNvPr>
          <p:cNvPicPr>
            <a:picLocks noChangeAspect="1"/>
          </p:cNvPicPr>
          <p:nvPr/>
        </p:nvPicPr>
        <p:blipFill>
          <a:blip r:embed="rId5"/>
          <a:stretch>
            <a:fillRect/>
          </a:stretch>
        </p:blipFill>
        <p:spPr>
          <a:xfrm>
            <a:off x="5630988" y="2921548"/>
            <a:ext cx="1753219" cy="1677026"/>
          </a:xfrm>
          <a:prstGeom prst="rect">
            <a:avLst/>
          </a:prstGeom>
        </p:spPr>
      </p:pic>
      <p:pic>
        <p:nvPicPr>
          <p:cNvPr id="16" name="Picture 15">
            <a:extLst>
              <a:ext uri="{FF2B5EF4-FFF2-40B4-BE49-F238E27FC236}">
                <a16:creationId xmlns:a16="http://schemas.microsoft.com/office/drawing/2014/main" id="{D26B34D6-569A-0BA6-0A6B-766C527D6142}"/>
              </a:ext>
            </a:extLst>
          </p:cNvPr>
          <p:cNvPicPr>
            <a:picLocks noChangeAspect="1"/>
          </p:cNvPicPr>
          <p:nvPr/>
        </p:nvPicPr>
        <p:blipFill>
          <a:blip r:embed="rId6"/>
          <a:stretch>
            <a:fillRect/>
          </a:stretch>
        </p:blipFill>
        <p:spPr>
          <a:xfrm>
            <a:off x="3722090" y="4757562"/>
            <a:ext cx="1630068" cy="1577818"/>
          </a:xfrm>
          <a:prstGeom prst="rect">
            <a:avLst/>
          </a:prstGeom>
        </p:spPr>
      </p:pic>
      <p:pic>
        <p:nvPicPr>
          <p:cNvPr id="18" name="Picture 17">
            <a:extLst>
              <a:ext uri="{FF2B5EF4-FFF2-40B4-BE49-F238E27FC236}">
                <a16:creationId xmlns:a16="http://schemas.microsoft.com/office/drawing/2014/main" id="{FCE38B2E-D07D-5B69-7021-23D4B9BBE2B2}"/>
              </a:ext>
            </a:extLst>
          </p:cNvPr>
          <p:cNvPicPr>
            <a:picLocks noChangeAspect="1"/>
          </p:cNvPicPr>
          <p:nvPr/>
        </p:nvPicPr>
        <p:blipFill>
          <a:blip r:embed="rId7"/>
          <a:stretch>
            <a:fillRect/>
          </a:stretch>
        </p:blipFill>
        <p:spPr>
          <a:xfrm>
            <a:off x="5596152" y="4727751"/>
            <a:ext cx="1788055" cy="1607629"/>
          </a:xfrm>
          <a:prstGeom prst="rect">
            <a:avLst/>
          </a:prstGeom>
        </p:spPr>
      </p:pic>
      <p:sp>
        <p:nvSpPr>
          <p:cNvPr id="35" name="TextBox 34">
            <a:extLst>
              <a:ext uri="{FF2B5EF4-FFF2-40B4-BE49-F238E27FC236}">
                <a16:creationId xmlns:a16="http://schemas.microsoft.com/office/drawing/2014/main" id="{B065EC4C-69BB-E6C9-5622-E64394996DEA}"/>
              </a:ext>
            </a:extLst>
          </p:cNvPr>
          <p:cNvSpPr txBox="1"/>
          <p:nvPr/>
        </p:nvSpPr>
        <p:spPr>
          <a:xfrm>
            <a:off x="8644516" y="2501536"/>
            <a:ext cx="3048385" cy="523220"/>
          </a:xfrm>
          <a:prstGeom prst="rect">
            <a:avLst/>
          </a:prstGeom>
          <a:noFill/>
        </p:spPr>
        <p:txBody>
          <a:bodyPr wrap="square">
            <a:spAutoFit/>
          </a:bodyPr>
          <a:lstStyle/>
          <a:p>
            <a:r>
              <a:rPr lang="en-US" sz="2800" dirty="0"/>
              <a:t>Working  Prototype</a:t>
            </a:r>
            <a:endParaRPr lang="en-IN" sz="2800" dirty="0"/>
          </a:p>
        </p:txBody>
      </p:sp>
      <p:sp>
        <p:nvSpPr>
          <p:cNvPr id="36" name="Rectangle 35">
            <a:extLst>
              <a:ext uri="{FF2B5EF4-FFF2-40B4-BE49-F238E27FC236}">
                <a16:creationId xmlns:a16="http://schemas.microsoft.com/office/drawing/2014/main" id="{4E1CB778-5E14-C146-DDA9-85554A1932FE}"/>
              </a:ext>
            </a:extLst>
          </p:cNvPr>
          <p:cNvSpPr/>
          <p:nvPr/>
        </p:nvSpPr>
        <p:spPr>
          <a:xfrm>
            <a:off x="8781515" y="4255049"/>
            <a:ext cx="2344785" cy="87103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rPr>
              <a:t>Booking </a:t>
            </a:r>
            <a:endParaRPr lang="en-IN" sz="2400" dirty="0">
              <a:solidFill>
                <a:schemeClr val="tx1"/>
              </a:solidFill>
            </a:endParaRPr>
          </a:p>
        </p:txBody>
      </p:sp>
      <p:sp>
        <p:nvSpPr>
          <p:cNvPr id="38" name="Rectangle 37">
            <a:extLst>
              <a:ext uri="{FF2B5EF4-FFF2-40B4-BE49-F238E27FC236}">
                <a16:creationId xmlns:a16="http://schemas.microsoft.com/office/drawing/2014/main" id="{14082FD5-C932-E0DE-ACC4-B358ACDD0552}"/>
              </a:ext>
            </a:extLst>
          </p:cNvPr>
          <p:cNvSpPr/>
          <p:nvPr/>
        </p:nvSpPr>
        <p:spPr>
          <a:xfrm>
            <a:off x="8781514" y="5361425"/>
            <a:ext cx="2344785" cy="87103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rPr>
              <a:t>Confirmation</a:t>
            </a:r>
            <a:endParaRPr lang="en-IN" sz="2400" dirty="0">
              <a:solidFill>
                <a:schemeClr val="tx1"/>
              </a:solidFill>
            </a:endParaRPr>
          </a:p>
        </p:txBody>
      </p:sp>
      <p:sp>
        <p:nvSpPr>
          <p:cNvPr id="43" name="Rectangle 42">
            <a:extLst>
              <a:ext uri="{FF2B5EF4-FFF2-40B4-BE49-F238E27FC236}">
                <a16:creationId xmlns:a16="http://schemas.microsoft.com/office/drawing/2014/main" id="{06BF6579-169B-0D39-2453-BAA2C6991252}"/>
              </a:ext>
            </a:extLst>
          </p:cNvPr>
          <p:cNvSpPr/>
          <p:nvPr/>
        </p:nvSpPr>
        <p:spPr>
          <a:xfrm>
            <a:off x="8781516" y="3147062"/>
            <a:ext cx="2344785" cy="871031"/>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400" dirty="0">
                <a:solidFill>
                  <a:schemeClr val="tx1"/>
                </a:solidFill>
              </a:rPr>
              <a:t>Verification</a:t>
            </a:r>
            <a:endParaRPr lang="en-IN" sz="2400"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17410" name="TextBox 8"/>
          <p:cNvSpPr txBox="1">
            <a:spLocks noChangeArrowheads="1"/>
          </p:cNvSpPr>
          <p:nvPr/>
        </p:nvSpPr>
        <p:spPr bwMode="auto">
          <a:xfrm>
            <a:off x="609600" y="2533653"/>
            <a:ext cx="9385300" cy="1384995"/>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dirty="0">
                <a:solidFill>
                  <a:prstClr val="black"/>
                </a:solidFill>
                <a:latin typeface="Arial" pitchFamily="34" charset="0"/>
                <a:cs typeface="Arial" pitchFamily="34" charset="0"/>
              </a:rPr>
              <a:t>Analysis of the feasibility of the idea</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dirty="0">
                <a:solidFill>
                  <a:prstClr val="black"/>
                </a:solidFill>
                <a:latin typeface="Arial" pitchFamily="34" charset="0"/>
                <a:cs typeface="Arial" pitchFamily="34" charset="0"/>
              </a:rPr>
              <a:t>Potential challenges and risks</a:t>
            </a: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rPr>
              <a:t>Strategies</a:t>
            </a:r>
            <a:r>
              <a:rPr kumimoji="0" lang="en-US" sz="2800" b="0" i="0" u="none" strike="noStrike" kern="1200" cap="none" spc="0" normalizeH="0" noProof="0" dirty="0">
                <a:ln>
                  <a:noFill/>
                </a:ln>
                <a:solidFill>
                  <a:prstClr val="black"/>
                </a:solidFill>
                <a:effectLst/>
                <a:uLnTx/>
                <a:uFillTx/>
                <a:latin typeface="Arial" pitchFamily="34" charset="0"/>
                <a:ea typeface="ＭＳ Ｐゴシック" pitchFamily="1" charset="-128"/>
                <a:cs typeface="Arial" pitchFamily="34" charset="0"/>
              </a:rPr>
              <a:t> for overcoming these challenges</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pic>
        <p:nvPicPr>
          <p:cNvPr id="8" name="Google Shape;93;p2"/>
          <p:cNvPicPr preferRelativeResize="0"/>
          <p:nvPr/>
        </p:nvPicPr>
        <p:blipFill rotWithShape="1">
          <a:blip r:embed="rId3">
            <a:alphaModFix/>
          </a:blip>
          <a:srcRect/>
          <a:stretch/>
        </p:blipFill>
        <p:spPr>
          <a:xfrm>
            <a:off x="9803911" y="81376"/>
            <a:ext cx="2246575" cy="1149075"/>
          </a:xfrm>
          <a:prstGeom prst="rect">
            <a:avLst/>
          </a:prstGeom>
          <a:noFill/>
          <a:ln>
            <a:noFill/>
          </a:ln>
        </p:spPr>
      </p:pic>
      <p:sp>
        <p:nvSpPr>
          <p:cNvPr id="11" name="Oval 10" descr="Your startup LOGO">
            <a:extLst>
              <a:ext uri="{FF2B5EF4-FFF2-40B4-BE49-F238E27FC236}">
                <a16:creationId xmlns:a16="http://schemas.microsoft.com/office/drawing/2014/main" id="{881A248B-B7B3-4BA2-A166-FAE5E20BF81B}"/>
              </a:ext>
              <a:ext uri="{C183D7F6-B498-43B3-948B-1728B52AA6E4}">
                <adec:decorative xmlns:adec="http://schemas.microsoft.com/office/drawing/2017/decorative" val="0"/>
              </a:ext>
            </a:extLst>
          </p:cNvPr>
          <p:cNvSpPr/>
          <p:nvPr/>
        </p:nvSpPr>
        <p:spPr>
          <a:xfrm>
            <a:off x="222196" y="187748"/>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1800" dirty="0">
              <a:latin typeface="Arial" panose="020B0604020202020204" pitchFamily="34" charset="0"/>
              <a:cs typeface="Arial" panose="020B0604020202020204" pitchFamily="34" charset="0"/>
            </a:endParaRPr>
          </a:p>
          <a:p>
            <a:pPr algn="ctr"/>
            <a:r>
              <a:rPr lang="en-US" sz="1800" dirty="0">
                <a:latin typeface="Arial" panose="020B0604020202020204" pitchFamily="34" charset="0"/>
                <a:cs typeface="Arial" panose="020B0604020202020204" pitchFamily="34" charset="0"/>
              </a:rPr>
              <a:t>Park Lordz</a:t>
            </a:r>
            <a:endParaRPr lang="en-IN" dirty="0"/>
          </a:p>
          <a:p>
            <a:pPr algn="ctr"/>
            <a:endParaRPr lang="en-IN" dirty="0"/>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17410" name="TextBox 8"/>
          <p:cNvSpPr txBox="1">
            <a:spLocks noChangeArrowheads="1"/>
          </p:cNvSpPr>
          <p:nvPr/>
        </p:nvSpPr>
        <p:spPr bwMode="auto">
          <a:xfrm>
            <a:off x="609600" y="2533653"/>
            <a:ext cx="9385300" cy="1384995"/>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rPr>
              <a:t>Potential impact on the target audience</a:t>
            </a:r>
          </a:p>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dirty="0">
                <a:solidFill>
                  <a:prstClr val="black"/>
                </a:solidFill>
                <a:latin typeface="Arial" pitchFamily="34" charset="0"/>
                <a:cs typeface="Arial" pitchFamily="34" charset="0"/>
              </a:rPr>
              <a:t>Benefits of the solution (social, economic, environmental, etc.)</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pic>
        <p:nvPicPr>
          <p:cNvPr id="8" name="Google Shape;93;p2"/>
          <p:cNvPicPr preferRelativeResize="0"/>
          <p:nvPr/>
        </p:nvPicPr>
        <p:blipFill rotWithShape="1">
          <a:blip r:embed="rId3">
            <a:alphaModFix/>
          </a:blip>
          <a:srcRect/>
          <a:stretch/>
        </p:blipFill>
        <p:spPr>
          <a:xfrm>
            <a:off x="9803911" y="81376"/>
            <a:ext cx="2246575" cy="1149075"/>
          </a:xfrm>
          <a:prstGeom prst="rect">
            <a:avLst/>
          </a:prstGeom>
          <a:noFill/>
          <a:ln>
            <a:noFill/>
          </a:ln>
        </p:spPr>
      </p:pic>
      <p:sp>
        <p:nvSpPr>
          <p:cNvPr id="11" name="Oval 10" descr="Your startup LOGO">
            <a:extLst>
              <a:ext uri="{FF2B5EF4-FFF2-40B4-BE49-F238E27FC236}">
                <a16:creationId xmlns:a16="http://schemas.microsoft.com/office/drawing/2014/main" id="{39FAE393-4007-4055-AB9B-4973C11E1794}"/>
              </a:ext>
              <a:ext uri="{C183D7F6-B498-43B3-948B-1728B52AA6E4}">
                <adec:decorative xmlns:adec="http://schemas.microsoft.com/office/drawing/2017/decorative" val="0"/>
              </a:ext>
            </a:extLst>
          </p:cNvPr>
          <p:cNvSpPr/>
          <p:nvPr/>
        </p:nvSpPr>
        <p:spPr>
          <a:xfrm>
            <a:off x="293914" y="25946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1800" dirty="0">
              <a:latin typeface="Arial" panose="020B0604020202020204" pitchFamily="34" charset="0"/>
              <a:cs typeface="Arial" panose="020B0604020202020204" pitchFamily="34" charset="0"/>
            </a:endParaRPr>
          </a:p>
          <a:p>
            <a:pPr algn="ctr"/>
            <a:r>
              <a:rPr lang="en-US" sz="1800" dirty="0">
                <a:latin typeface="Arial" panose="020B0604020202020204" pitchFamily="34" charset="0"/>
                <a:cs typeface="Arial" panose="020B0604020202020204" pitchFamily="34" charset="0"/>
              </a:rPr>
              <a:t>Park Lordz</a:t>
            </a:r>
            <a:endParaRPr lang="en-IN" dirty="0"/>
          </a:p>
          <a:p>
            <a:pPr algn="ctr"/>
            <a:endParaRPr lang="en-IN" dirty="0"/>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17410" name="TextBox 8"/>
          <p:cNvSpPr txBox="1">
            <a:spLocks noChangeArrowheads="1"/>
          </p:cNvSpPr>
          <p:nvPr/>
        </p:nvSpPr>
        <p:spPr bwMode="auto">
          <a:xfrm>
            <a:off x="609600" y="2795263"/>
            <a:ext cx="9385300" cy="523220"/>
          </a:xfrm>
          <a:prstGeom prst="rect">
            <a:avLst/>
          </a:prstGeom>
          <a:noFill/>
          <a:ln w="9525">
            <a:noFill/>
            <a:miter lim="800000"/>
            <a:headEnd/>
            <a:tailEnd/>
          </a:ln>
        </p:spPr>
        <p:txBody>
          <a:bodyPr wrap="square">
            <a:spAutoFit/>
          </a:bodyPr>
          <a:lstStyle/>
          <a:p>
            <a:pPr marL="342900" marR="0" lvl="0" indent="-342900" algn="just" defTabSz="457200" rtl="0" eaLnBrk="1" fontAlgn="base" latinLnBrk="0" hangingPunct="1">
              <a:lnSpc>
                <a:spcPct val="100000"/>
              </a:lnSpc>
              <a:spcBef>
                <a:spcPct val="0"/>
              </a:spcBef>
              <a:spcAft>
                <a:spcPct val="0"/>
              </a:spcAft>
              <a:buClrTx/>
              <a:buSzTx/>
              <a:buFont typeface="Arial" panose="020B0604020202020204" pitchFamily="34" charset="0"/>
              <a:buChar char="•"/>
              <a:tabLst/>
              <a:defRPr/>
            </a:pPr>
            <a:r>
              <a:rPr lang="en-US" sz="2800" noProof="0" dirty="0">
                <a:solidFill>
                  <a:prstClr val="black"/>
                </a:solidFill>
                <a:latin typeface="Arial" pitchFamily="34" charset="0"/>
                <a:cs typeface="Arial" pitchFamily="34" charset="0"/>
              </a:rPr>
              <a:t>Details / Links of the reference and research work</a:t>
            </a:r>
            <a:endParaRPr kumimoji="0" lang="en-US" sz="2800" b="0" i="0" u="none" strike="noStrike" kern="1200" cap="none" spc="0" normalizeH="0" baseline="0" noProof="0" dirty="0">
              <a:ln>
                <a:noFill/>
              </a:ln>
              <a:solidFill>
                <a:prstClr val="black"/>
              </a:solidFill>
              <a:effectLst/>
              <a:uLnTx/>
              <a:uFillTx/>
              <a:latin typeface="Arial" pitchFamily="34" charset="0"/>
              <a:ea typeface="ＭＳ Ｐゴシック" pitchFamily="1" charset="-128"/>
              <a:cs typeface="Arial" pitchFamily="34" charset="0"/>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pic>
        <p:nvPicPr>
          <p:cNvPr id="8" name="Google Shape;93;p2"/>
          <p:cNvPicPr preferRelativeResize="0"/>
          <p:nvPr/>
        </p:nvPicPr>
        <p:blipFill rotWithShape="1">
          <a:blip r:embed="rId3">
            <a:alphaModFix/>
          </a:blip>
          <a:srcRect/>
          <a:stretch/>
        </p:blipFill>
        <p:spPr>
          <a:xfrm>
            <a:off x="9803911" y="81376"/>
            <a:ext cx="2246575" cy="1149075"/>
          </a:xfrm>
          <a:prstGeom prst="rect">
            <a:avLst/>
          </a:prstGeom>
          <a:noFill/>
          <a:ln>
            <a:noFill/>
          </a:ln>
        </p:spPr>
      </p:pic>
      <p:sp>
        <p:nvSpPr>
          <p:cNvPr id="11" name="Oval 10" descr="Your startup LOGO">
            <a:extLst>
              <a:ext uri="{FF2B5EF4-FFF2-40B4-BE49-F238E27FC236}">
                <a16:creationId xmlns:a16="http://schemas.microsoft.com/office/drawing/2014/main" id="{7122456D-0AB0-4DA2-9020-387E1666931A}"/>
              </a:ext>
              <a:ext uri="{C183D7F6-B498-43B3-948B-1728B52AA6E4}">
                <adec:decorative xmlns:adec="http://schemas.microsoft.com/office/drawing/2017/decorative" val="0"/>
              </a:ext>
            </a:extLst>
          </p:cNvPr>
          <p:cNvSpPr/>
          <p:nvPr/>
        </p:nvSpPr>
        <p:spPr>
          <a:xfrm>
            <a:off x="293914" y="25946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endParaRPr lang="en-US" sz="1800" dirty="0">
              <a:latin typeface="Arial" panose="020B0604020202020204" pitchFamily="34" charset="0"/>
              <a:cs typeface="Arial" panose="020B0604020202020204" pitchFamily="34" charset="0"/>
            </a:endParaRPr>
          </a:p>
          <a:p>
            <a:pPr algn="ctr"/>
            <a:r>
              <a:rPr lang="en-US" sz="1800" dirty="0">
                <a:latin typeface="Arial" panose="020B0604020202020204" pitchFamily="34" charset="0"/>
                <a:cs typeface="Arial" panose="020B0604020202020204" pitchFamily="34" charset="0"/>
              </a:rPr>
              <a:t>Park Lordz</a:t>
            </a:r>
            <a:endParaRPr lang="en-IN" dirty="0"/>
          </a:p>
          <a:p>
            <a:pPr algn="ctr"/>
            <a:endParaRPr lang="en-IN" dirty="0"/>
          </a:p>
        </p:txBody>
      </p:sp>
    </p:spTree>
    <p:extLst>
      <p:ext uri="{BB962C8B-B14F-4D97-AF65-F5344CB8AC3E}">
        <p14:creationId xmlns:p14="http://schemas.microsoft.com/office/powerpoint/2010/main" val="3916788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7</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Template</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pic>
        <p:nvPicPr>
          <p:cNvPr id="8" name="Google Shape;93;p2"/>
          <p:cNvPicPr preferRelativeResize="0"/>
          <p:nvPr/>
        </p:nvPicPr>
        <p:blipFill rotWithShape="1">
          <a:blip r:embed="rId3">
            <a:alphaModFix/>
          </a:blip>
          <a:srcRect/>
          <a:stretch/>
        </p:blipFill>
        <p:spPr>
          <a:xfrm>
            <a:off x="9803911" y="81376"/>
            <a:ext cx="2246575" cy="1149075"/>
          </a:xfrm>
          <a:prstGeom prst="rect">
            <a:avLst/>
          </a:prstGeom>
          <a:noFill/>
          <a:ln>
            <a:noFill/>
          </a:ln>
        </p:spPr>
      </p:pic>
      <p:sp>
        <p:nvSpPr>
          <p:cNvPr id="3" name="Round Diagonal Corner Rectangle 2"/>
          <p:cNvSpPr/>
          <p:nvPr/>
        </p:nvSpPr>
        <p:spPr>
          <a:xfrm>
            <a:off x="0" y="1791032"/>
            <a:ext cx="12192000" cy="4319200"/>
          </a:xfrm>
          <a:prstGeom prst="round2DiagRect">
            <a:avLst/>
          </a:prstGeom>
          <a:solidFill>
            <a:schemeClr val="accent1">
              <a:lumMod val="20000"/>
              <a:lumOff val="80000"/>
            </a:schemeClr>
          </a:solidFill>
          <a:ln w="38100"/>
        </p:spPr>
        <p:style>
          <a:lnRef idx="1">
            <a:schemeClr val="accent1"/>
          </a:lnRef>
          <a:fillRef idx="3">
            <a:schemeClr val="accent1"/>
          </a:fillRef>
          <a:effectRef idx="2">
            <a:schemeClr val="accent1"/>
          </a:effectRef>
          <a:fontRef idx="minor">
            <a:schemeClr val="lt1"/>
          </a:fontRef>
        </p:style>
        <p:txBody>
          <a:bodyPr rtlCol="0" anchor="ctr"/>
          <a:lstStyle/>
          <a:p>
            <a:pPr algn="ctr"/>
            <a:endParaRPr lang="en-IN"/>
          </a:p>
        </p:txBody>
      </p:sp>
      <p:sp>
        <p:nvSpPr>
          <p:cNvPr id="12" name="Google Shape;100;p3"/>
          <p:cNvSpPr txBox="1"/>
          <p:nvPr/>
        </p:nvSpPr>
        <p:spPr>
          <a:xfrm>
            <a:off x="367832" y="1915454"/>
            <a:ext cx="11764736" cy="4070356"/>
          </a:xfrm>
          <a:prstGeom prst="rect">
            <a:avLst/>
          </a:prstGeom>
          <a:noFill/>
          <a:ln>
            <a:noFill/>
          </a:ln>
        </p:spPr>
        <p:txBody>
          <a:bodyPr spcFirstLastPara="1" wrap="square" lIns="91425" tIns="45700" rIns="91425" bIns="45700" anchor="t" anchorCtr="0">
            <a:noAutofit/>
          </a:bodyPr>
          <a:lstStyle/>
          <a:p>
            <a:pPr marL="514350" marR="0" lvl="0" indent="-514350" algn="just" rtl="0">
              <a:lnSpc>
                <a:spcPct val="90000"/>
              </a:lnSpc>
              <a:spcBef>
                <a:spcPts val="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Kindly keep the maximum slides limit up to six </a:t>
            </a:r>
            <a:r>
              <a:rPr lang="en-US" b="1" i="0" u="none" strike="noStrike" cap="none" dirty="0">
                <a:solidFill>
                  <a:srgbClr val="C00000"/>
                </a:solidFill>
                <a:latin typeface="Arial" panose="020B0604020202020204" pitchFamily="34" charset="0"/>
                <a:ea typeface="Calibri"/>
                <a:cs typeface="Arial" panose="020B0604020202020204" pitchFamily="34" charset="0"/>
                <a:sym typeface="Calibri"/>
              </a:rPr>
              <a:t>(6). </a:t>
            </a: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 Including the </a:t>
            </a:r>
            <a:r>
              <a:rPr lang="en-US" b="1" i="0" u="none" strike="noStrike" cap="none">
                <a:solidFill>
                  <a:schemeClr val="dk1"/>
                </a:solidFill>
                <a:latin typeface="Arial" panose="020B0604020202020204" pitchFamily="34" charset="0"/>
                <a:ea typeface="Calibri"/>
                <a:cs typeface="Arial" panose="020B0604020202020204" pitchFamily="34" charset="0"/>
                <a:sym typeface="Calibri"/>
              </a:rPr>
              <a:t>title slide) </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Try to avoid paragraphs and post your idea in points /diagrams / Infographics /pictures </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Keep your explanation precise and easy to understand</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Idea should be unique and novel. </a:t>
            </a:r>
            <a:endParaRPr b="1" dirty="0">
              <a:latin typeface="Arial" panose="020B0604020202020204" pitchFamily="34" charset="0"/>
              <a:cs typeface="Arial" panose="020B0604020202020204" pitchFamily="34" charset="0"/>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You can only use provided </a:t>
            </a:r>
            <a:r>
              <a:rPr lang="en-US" b="1" dirty="0">
                <a:solidFill>
                  <a:schemeClr val="dk1"/>
                </a:solidFill>
                <a:latin typeface="Arial" panose="020B0604020202020204" pitchFamily="34" charset="0"/>
                <a:ea typeface="Calibri"/>
                <a:cs typeface="Arial" panose="020B0604020202020204" pitchFamily="34" charset="0"/>
                <a:sym typeface="Calibri"/>
              </a:rPr>
              <a:t>template</a:t>
            </a: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 for making the </a:t>
            </a:r>
            <a:r>
              <a:rPr lang="en-US" b="1" dirty="0">
                <a:solidFill>
                  <a:schemeClr val="dk1"/>
                </a:solidFill>
                <a:latin typeface="Arial" panose="020B0604020202020204" pitchFamily="34" charset="0"/>
                <a:ea typeface="Calibri"/>
                <a:cs typeface="Arial" panose="020B0604020202020204" pitchFamily="34" charset="0"/>
                <a:sym typeface="Calibri"/>
              </a:rPr>
              <a:t>PPT</a:t>
            </a: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 without changing the idea details pointers (mentioned in previous slides).</a:t>
            </a:r>
            <a:endParaRPr b="1" i="0" u="none" strike="noStrike" cap="none" dirty="0">
              <a:solidFill>
                <a:schemeClr val="dk1"/>
              </a:solidFill>
              <a:latin typeface="Arial" panose="020B0604020202020204" pitchFamily="34" charset="0"/>
              <a:ea typeface="Calibri"/>
              <a:cs typeface="Arial" panose="020B0604020202020204" pitchFamily="34" charset="0"/>
              <a:sym typeface="Calibri"/>
            </a:endParaRPr>
          </a:p>
          <a:p>
            <a:pPr marL="514350" marR="0" lvl="0" indent="-514350" algn="just" rtl="0">
              <a:lnSpc>
                <a:spcPct val="90000"/>
              </a:lnSpc>
              <a:spcBef>
                <a:spcPts val="1000"/>
              </a:spcBef>
              <a:spcAft>
                <a:spcPts val="0"/>
              </a:spcAft>
              <a:buClr>
                <a:schemeClr val="dk1"/>
              </a:buClr>
              <a:buSzPct val="100000"/>
              <a:buFont typeface="Calibri"/>
              <a:buAutoNum type="arabicPeriod"/>
            </a:pPr>
            <a:r>
              <a:rPr lang="en-US" b="1" i="0" u="none" strike="noStrike" cap="none" dirty="0">
                <a:solidFill>
                  <a:schemeClr val="dk1"/>
                </a:solidFill>
                <a:latin typeface="Arial" panose="020B0604020202020204" pitchFamily="34" charset="0"/>
                <a:ea typeface="Calibri"/>
                <a:cs typeface="Arial" panose="020B0604020202020204" pitchFamily="34" charset="0"/>
                <a:sym typeface="Calibri"/>
              </a:rPr>
              <a:t>You need to save the file in PDF and upload the same on portal. No PPT, Word Doc or any other format will be supported.</a:t>
            </a:r>
            <a:endParaRPr b="1" dirty="0">
              <a:latin typeface="Arial" panose="020B0604020202020204" pitchFamily="34" charset="0"/>
              <a:cs typeface="Arial" panose="020B0604020202020204" pitchFamily="34" charset="0"/>
            </a:endParaRPr>
          </a:p>
          <a:p>
            <a:pPr marL="514350" marR="0" lvl="0" indent="-349885" algn="just" rtl="0">
              <a:lnSpc>
                <a:spcPct val="90000"/>
              </a:lnSpc>
              <a:spcBef>
                <a:spcPts val="1000"/>
              </a:spcBef>
              <a:spcAft>
                <a:spcPts val="0"/>
              </a:spcAft>
              <a:buClr>
                <a:schemeClr val="dk1"/>
              </a:buClr>
              <a:buSzPct val="100000"/>
              <a:buFont typeface="Calibri"/>
              <a:buNone/>
            </a:pPr>
            <a:endParaRPr b="1" i="0" u="none" strike="noStrike" cap="none" dirty="0">
              <a:solidFill>
                <a:schemeClr val="dk1"/>
              </a:solidFill>
              <a:latin typeface="Arial" panose="020B0604020202020204" pitchFamily="34" charset="0"/>
              <a:ea typeface="Calibri"/>
              <a:cs typeface="Arial" panose="020B0604020202020204" pitchFamily="34" charset="0"/>
              <a:sym typeface="Calibri"/>
            </a:endParaRPr>
          </a:p>
          <a:p>
            <a:pPr marL="0" marR="0" lvl="0" indent="0" algn="just" rtl="0">
              <a:lnSpc>
                <a:spcPct val="90000"/>
              </a:lnSpc>
              <a:spcBef>
                <a:spcPts val="1000"/>
              </a:spcBef>
              <a:spcAft>
                <a:spcPts val="0"/>
              </a:spcAft>
              <a:buClr>
                <a:schemeClr val="dk1"/>
              </a:buClr>
              <a:buSzPct val="100000"/>
              <a:buFont typeface="Arial"/>
              <a:buNone/>
            </a:pPr>
            <a:r>
              <a:rPr lang="en-US" b="1" i="0" u="none" strike="noStrike" cap="none" dirty="0">
                <a:solidFill>
                  <a:srgbClr val="C00000"/>
                </a:solidFill>
                <a:latin typeface="Arial" panose="020B0604020202020204" pitchFamily="34" charset="0"/>
                <a:ea typeface="Calibri"/>
                <a:cs typeface="Arial" panose="020B0604020202020204" pitchFamily="34" charset="0"/>
                <a:sym typeface="Calibri"/>
              </a:rPr>
              <a:t>Note - You can delete this slide (Important Pointers) when you upload the details of your idea on SIH portal.</a:t>
            </a:r>
            <a:endParaRPr b="1" dirty="0">
              <a:solidFill>
                <a:srgbClr val="C00000"/>
              </a:solidFill>
              <a:latin typeface="Arial" panose="020B0604020202020204" pitchFamily="34" charset="0"/>
              <a:cs typeface="Arial" panose="020B0604020202020204" pitchFamily="34" charset="0"/>
            </a:endParaRPr>
          </a:p>
          <a:p>
            <a:pPr marL="914400" marR="0" lvl="1" indent="-316230" algn="just" rtl="0">
              <a:lnSpc>
                <a:spcPct val="90000"/>
              </a:lnSpc>
              <a:spcBef>
                <a:spcPts val="500"/>
              </a:spcBef>
              <a:spcAft>
                <a:spcPts val="0"/>
              </a:spcAft>
              <a:buClr>
                <a:schemeClr val="dk1"/>
              </a:buClr>
              <a:buSzPct val="100000"/>
              <a:buFont typeface="Calibri"/>
              <a:buNone/>
            </a:pPr>
            <a:endParaRPr sz="2000" b="1" i="0" u="none" strike="noStrike" cap="none" dirty="0">
              <a:solidFill>
                <a:schemeClr val="dk1"/>
              </a:solidFill>
              <a:latin typeface="Arial" panose="020B0604020202020204" pitchFamily="34" charset="0"/>
              <a:ea typeface="Calibri"/>
              <a:cs typeface="Arial" panose="020B0604020202020204" pitchFamily="34" charset="0"/>
              <a:sym typeface="Calibri"/>
            </a:endParaRPr>
          </a:p>
        </p:txBody>
      </p:sp>
      <p:sp>
        <p:nvSpPr>
          <p:cNvPr id="4" name="TextBox 3"/>
          <p:cNvSpPr txBox="1"/>
          <p:nvPr/>
        </p:nvSpPr>
        <p:spPr>
          <a:xfrm>
            <a:off x="1393371" y="107066"/>
            <a:ext cx="8410540" cy="646331"/>
          </a:xfrm>
          <a:prstGeom prst="rect">
            <a:avLst/>
          </a:prstGeom>
          <a:noFill/>
        </p:spPr>
        <p:txBody>
          <a:bodyPr wrap="square" rtlCol="0">
            <a:spAutoFit/>
          </a:bodyPr>
          <a:lstStyle/>
          <a:p>
            <a:pPr algn="ctr"/>
            <a:r>
              <a:rPr lang="en-US" sz="3600" b="1" dirty="0">
                <a:latin typeface="Times New Roman" panose="02020603050405020304" pitchFamily="18" charset="0"/>
                <a:cs typeface="Times New Roman" panose="02020603050405020304" pitchFamily="18" charset="0"/>
              </a:rPr>
              <a:t>IMPORTANT INSTRUCTIONS</a:t>
            </a:r>
            <a:endParaRPr lang="en-IN" sz="3600" b="1" dirty="0">
              <a:latin typeface="Times New Roman" panose="02020603050405020304" pitchFamily="18" charset="0"/>
              <a:cs typeface="Times New Roman" panose="02020603050405020304" pitchFamily="18" charset="0"/>
            </a:endParaRPr>
          </a:p>
        </p:txBody>
      </p:sp>
      <p:sp>
        <p:nvSpPr>
          <p:cNvPr id="5" name="TextBox 4"/>
          <p:cNvSpPr txBox="1"/>
          <p:nvPr/>
        </p:nvSpPr>
        <p:spPr>
          <a:xfrm>
            <a:off x="602343" y="1181900"/>
            <a:ext cx="9557657" cy="341632"/>
          </a:xfrm>
          <a:prstGeom prst="rect">
            <a:avLst/>
          </a:prstGeom>
          <a:noFill/>
        </p:spPr>
        <p:txBody>
          <a:bodyPr wrap="square" rtlCol="0">
            <a:spAutoFit/>
          </a:bodyPr>
          <a:lstStyle/>
          <a:p>
            <a:pPr algn="just">
              <a:lnSpc>
                <a:spcPct val="90000"/>
              </a:lnSpc>
              <a:spcBef>
                <a:spcPts val="1000"/>
              </a:spcBef>
              <a:spcAft>
                <a:spcPts val="0"/>
              </a:spcAft>
              <a:buClr>
                <a:schemeClr val="dk1"/>
              </a:buClr>
              <a:buSzPct val="100000"/>
            </a:pPr>
            <a:r>
              <a:rPr lang="en-US" b="1" dirty="0">
                <a:solidFill>
                  <a:schemeClr val="dk1"/>
                </a:solidFill>
                <a:latin typeface="Arial" panose="020B0604020202020204" pitchFamily="34" charset="0"/>
                <a:ea typeface="Calibri"/>
                <a:cs typeface="Arial" panose="020B0604020202020204" pitchFamily="34" charset="0"/>
              </a:rPr>
              <a:t>Please ensure below pointers are met while submitting the Idea PPT:</a:t>
            </a:r>
            <a:endParaRPr lang="en-IN" b="1" dirty="0">
              <a:solidFill>
                <a:schemeClr val="dk1"/>
              </a:solidFill>
              <a:latin typeface="Arial" panose="020B0604020202020204" pitchFamily="34" charset="0"/>
              <a:ea typeface="Calibri"/>
              <a:cs typeface="Arial" panose="020B0604020202020204" pitchFamily="34" charset="0"/>
            </a:endParaRPr>
          </a:p>
        </p:txBody>
      </p:sp>
    </p:spTree>
    <p:extLst>
      <p:ext uri="{BB962C8B-B14F-4D97-AF65-F5344CB8AC3E}">
        <p14:creationId xmlns:p14="http://schemas.microsoft.com/office/powerpoint/2010/main" val="15880844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7678</TotalTime>
  <Words>381</Words>
  <Application>Microsoft Office PowerPoint</Application>
  <PresentationFormat>Widescreen</PresentationFormat>
  <Paragraphs>78</Paragraphs>
  <Slides>7</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Garamond</vt:lpstr>
      <vt:lpstr>Times New Roman</vt:lpstr>
      <vt:lpstr>TradeGothic</vt:lpstr>
      <vt:lpstr>Office Theme</vt:lpstr>
      <vt:lpstr>SMART INDIA HACKATHON 2024</vt:lpstr>
      <vt:lpstr> ONLINE APPLICATION FOR PARKING SLOT REGISTRATION</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Surendar G</cp:lastModifiedBy>
  <cp:revision>146</cp:revision>
  <dcterms:created xsi:type="dcterms:W3CDTF">2013-12-12T18:46:50Z</dcterms:created>
  <dcterms:modified xsi:type="dcterms:W3CDTF">2024-08-24T07:32:15Z</dcterms:modified>
  <cp:category/>
</cp:coreProperties>
</file>